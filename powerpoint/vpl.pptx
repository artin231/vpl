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23"/>
  </p:notesMasterIdLst>
  <p:sldIdLst>
    <p:sldId id="256" r:id="rId2"/>
    <p:sldId id="264" r:id="rId3"/>
    <p:sldId id="269" r:id="rId4"/>
    <p:sldId id="257" r:id="rId5"/>
    <p:sldId id="258" r:id="rId6"/>
    <p:sldId id="260" r:id="rId7"/>
    <p:sldId id="261" r:id="rId8"/>
    <p:sldId id="271" r:id="rId9"/>
    <p:sldId id="263" r:id="rId10"/>
    <p:sldId id="265" r:id="rId11"/>
    <p:sldId id="268" r:id="rId12"/>
    <p:sldId id="266" r:id="rId13"/>
    <p:sldId id="267" r:id="rId14"/>
    <p:sldId id="270" r:id="rId15"/>
    <p:sldId id="272" r:id="rId16"/>
    <p:sldId id="273" r:id="rId17"/>
    <p:sldId id="274" r:id="rId18"/>
    <p:sldId id="275" r:id="rId19"/>
    <p:sldId id="276" r:id="rId20"/>
    <p:sldId id="277" r:id="rId21"/>
    <p:sldId id="278" r:id="rId22"/>
  </p:sldIdLst>
  <p:sldSz cx="12192000" cy="6858000"/>
  <p:notesSz cx="6858000" cy="9144000"/>
  <p:embeddedFontLst>
    <p:embeddedFont>
      <p:font typeface="Calibri" panose="020F0502020204030204" pitchFamily="34" charset="0"/>
      <p:regular r:id="rId24"/>
      <p:bold r:id="rId25"/>
      <p:italic r:id="rId26"/>
      <p:boldItalic r:id="rId27"/>
    </p:embeddedFont>
    <p:embeddedFont>
      <p:font typeface="Calibri Light" panose="020F0302020204030204" pitchFamily="34" charset="0"/>
      <p:regular r:id="rId28"/>
      <p:italic r:id="rId29"/>
    </p:embeddedFont>
    <p:embeddedFont>
      <p:font typeface="Cambria Math" panose="02040503050406030204" pitchFamily="18" charset="0"/>
      <p:regular r:id="rId30"/>
    </p:embeddedFont>
    <p:embeddedFont>
      <p:font typeface="Vazirmatn Light" pitchFamily="2" charset="-78"/>
      <p:regular r:id="rId31"/>
    </p:embeddedFont>
    <p:embeddedFont>
      <p:font typeface="Vazirmatn Medium" pitchFamily="2" charset="-78"/>
      <p:regular r:id="rId32"/>
    </p:embeddedFont>
  </p:embeddedFontLst>
  <p:defaultTextStyle>
    <a:defPPr>
      <a:defRPr lang="fa-I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1E11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0" d="100"/>
          <a:sy n="80" d="100"/>
        </p:scale>
        <p:origin x="754" y="58"/>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3.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2.fntdata"/><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fntdata"/><Relationship Id="rId32" Type="http://schemas.openxmlformats.org/officeDocument/2006/relationships/font" Target="fonts/font9.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font" Target="fonts/font5.fntdata"/><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8.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4.fntdata"/><Relationship Id="rId30" Type="http://schemas.openxmlformats.org/officeDocument/2006/relationships/font" Target="fonts/font7.fntdata"/><Relationship Id="rId35" Type="http://schemas.openxmlformats.org/officeDocument/2006/relationships/theme" Target="theme/theme1.xml"/><Relationship Id="rId8" Type="http://schemas.openxmlformats.org/officeDocument/2006/relationships/slide" Target="slides/slide7.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1415679-E392-4674-A5FA-252F85A4AEA6}" type="doc">
      <dgm:prSet loTypeId="urn:microsoft.com/office/officeart/2005/8/layout/default" loCatId="list" qsTypeId="urn:microsoft.com/office/officeart/2005/8/quickstyle/3d4" qsCatId="3D" csTypeId="urn:microsoft.com/office/officeart/2005/8/colors/accent1_2" csCatId="accent1" phldr="1"/>
      <dgm:spPr/>
      <dgm:t>
        <a:bodyPr/>
        <a:lstStyle/>
        <a:p>
          <a:pPr rtl="1"/>
          <a:endParaRPr lang="fa-IR"/>
        </a:p>
      </dgm:t>
    </dgm:pt>
    <dgm:pt modelId="{053C4B59-21D2-4E71-877C-AE93EF381522}">
      <dgm:prSet phldrT="[Text]" custT="1"/>
      <dgm:spPr/>
      <dgm:t>
        <a:bodyPr/>
        <a:lstStyle/>
        <a:p>
          <a:pPr rtl="1"/>
          <a:r>
            <a:rPr lang="fa-IR" sz="4400" kern="1200" dirty="0">
              <a:latin typeface="Vazirmatn Light" pitchFamily="2" charset="-78"/>
              <a:cs typeface="Vazirmatn Light" pitchFamily="2" charset="-78"/>
            </a:rPr>
            <a:t>ثبت نام و ورود</a:t>
          </a:r>
        </a:p>
      </dgm:t>
    </dgm:pt>
    <dgm:pt modelId="{5A021C84-FEBC-44B0-A0D7-2D331F67E35F}" type="parTrans" cxnId="{561AA32F-2C5B-46D9-91E1-785E869684B8}">
      <dgm:prSet/>
      <dgm:spPr/>
      <dgm:t>
        <a:bodyPr/>
        <a:lstStyle/>
        <a:p>
          <a:pPr rtl="1"/>
          <a:endParaRPr lang="fa-IR"/>
        </a:p>
      </dgm:t>
    </dgm:pt>
    <dgm:pt modelId="{1B9DAECC-D5FF-4DAD-AF02-86B519FC7ACA}" type="sibTrans" cxnId="{561AA32F-2C5B-46D9-91E1-785E869684B8}">
      <dgm:prSet/>
      <dgm:spPr/>
      <dgm:t>
        <a:bodyPr/>
        <a:lstStyle/>
        <a:p>
          <a:pPr rtl="1"/>
          <a:endParaRPr lang="fa-IR"/>
        </a:p>
      </dgm:t>
    </dgm:pt>
    <dgm:pt modelId="{C2B33EE4-1473-4448-9768-CF84F35950F1}">
      <dgm:prSet phldrT="[Text]"/>
      <dgm:spPr/>
      <dgm:t>
        <a:bodyPr/>
        <a:lstStyle/>
        <a:p>
          <a:pPr rtl="1"/>
          <a:r>
            <a:rPr lang="fa-IR" dirty="0">
              <a:latin typeface="Vazirmatn Light" pitchFamily="2" charset="-78"/>
              <a:cs typeface="Vazirmatn Light" pitchFamily="2" charset="-78"/>
            </a:rPr>
            <a:t>آزمایش ها</a:t>
          </a:r>
        </a:p>
      </dgm:t>
    </dgm:pt>
    <dgm:pt modelId="{135B647A-9CA3-46A2-8A9E-83AD0623B487}" type="parTrans" cxnId="{E0E64B86-E553-473C-9873-E0EF6CF31B0A}">
      <dgm:prSet/>
      <dgm:spPr/>
      <dgm:t>
        <a:bodyPr/>
        <a:lstStyle/>
        <a:p>
          <a:pPr rtl="1"/>
          <a:endParaRPr lang="fa-IR"/>
        </a:p>
      </dgm:t>
    </dgm:pt>
    <dgm:pt modelId="{20DEA1D4-0661-409B-9B55-0ECA29FD4C5A}" type="sibTrans" cxnId="{E0E64B86-E553-473C-9873-E0EF6CF31B0A}">
      <dgm:prSet/>
      <dgm:spPr/>
      <dgm:t>
        <a:bodyPr/>
        <a:lstStyle/>
        <a:p>
          <a:pPr rtl="1"/>
          <a:endParaRPr lang="fa-IR"/>
        </a:p>
      </dgm:t>
    </dgm:pt>
    <dgm:pt modelId="{5668F03D-F8E1-4991-A9C7-BE987D5060C4}">
      <dgm:prSet phldrT="[Text]"/>
      <dgm:spPr/>
      <dgm:t>
        <a:bodyPr/>
        <a:lstStyle/>
        <a:p>
          <a:pPr rtl="1"/>
          <a:r>
            <a:rPr lang="fa-IR" dirty="0">
              <a:latin typeface="Vazirmatn Light" pitchFamily="2" charset="-78"/>
              <a:cs typeface="Vazirmatn Light" pitchFamily="2" charset="-78"/>
            </a:rPr>
            <a:t>سازندگان</a:t>
          </a:r>
        </a:p>
      </dgm:t>
    </dgm:pt>
    <dgm:pt modelId="{3DD7E2A6-C6D0-4A48-9363-20D0024D588C}" type="parTrans" cxnId="{2429132A-5128-4B24-9930-9EEBEE9FC831}">
      <dgm:prSet/>
      <dgm:spPr/>
      <dgm:t>
        <a:bodyPr/>
        <a:lstStyle/>
        <a:p>
          <a:pPr rtl="1"/>
          <a:endParaRPr lang="fa-IR"/>
        </a:p>
      </dgm:t>
    </dgm:pt>
    <dgm:pt modelId="{749EDDEC-29B1-4369-B9C7-6CCE9A929B67}" type="sibTrans" cxnId="{2429132A-5128-4B24-9930-9EEBEE9FC831}">
      <dgm:prSet/>
      <dgm:spPr/>
      <dgm:t>
        <a:bodyPr/>
        <a:lstStyle/>
        <a:p>
          <a:pPr rtl="1"/>
          <a:endParaRPr lang="fa-IR"/>
        </a:p>
      </dgm:t>
    </dgm:pt>
    <dgm:pt modelId="{1727173B-8E36-468F-916D-0688A507BCEE}">
      <dgm:prSet phldrT="[Text]"/>
      <dgm:spPr/>
      <dgm:t>
        <a:bodyPr/>
        <a:lstStyle/>
        <a:p>
          <a:pPr rtl="1"/>
          <a:r>
            <a:rPr lang="fa-IR" dirty="0">
              <a:latin typeface="Vazirmatn Light" pitchFamily="2" charset="-78"/>
              <a:cs typeface="Vazirmatn Light" pitchFamily="2" charset="-78"/>
            </a:rPr>
            <a:t>ارتباط با ما</a:t>
          </a:r>
        </a:p>
      </dgm:t>
    </dgm:pt>
    <dgm:pt modelId="{5B8E0B27-8B36-4B94-9D87-6139DFCF5CA1}" type="parTrans" cxnId="{C80D9734-C4ED-4C95-A7B6-211630E7F272}">
      <dgm:prSet/>
      <dgm:spPr/>
      <dgm:t>
        <a:bodyPr/>
        <a:lstStyle/>
        <a:p>
          <a:pPr rtl="1"/>
          <a:endParaRPr lang="fa-IR"/>
        </a:p>
      </dgm:t>
    </dgm:pt>
    <dgm:pt modelId="{A228E8B6-EBCF-49BD-BCC9-2A802FB7E06D}" type="sibTrans" cxnId="{C80D9734-C4ED-4C95-A7B6-211630E7F272}">
      <dgm:prSet/>
      <dgm:spPr/>
      <dgm:t>
        <a:bodyPr/>
        <a:lstStyle/>
        <a:p>
          <a:pPr rtl="1"/>
          <a:endParaRPr lang="fa-IR"/>
        </a:p>
      </dgm:t>
    </dgm:pt>
    <dgm:pt modelId="{DA0A8531-84DA-4C5B-9EE9-4439F25BC6C4}" type="pres">
      <dgm:prSet presAssocID="{91415679-E392-4674-A5FA-252F85A4AEA6}" presName="diagram" presStyleCnt="0">
        <dgm:presLayoutVars>
          <dgm:dir/>
          <dgm:resizeHandles val="exact"/>
        </dgm:presLayoutVars>
      </dgm:prSet>
      <dgm:spPr/>
    </dgm:pt>
    <dgm:pt modelId="{ADE4F38A-5A25-4450-9B22-9AA9F0F6A7E5}" type="pres">
      <dgm:prSet presAssocID="{053C4B59-21D2-4E71-877C-AE93EF381522}" presName="node" presStyleLbl="node1" presStyleIdx="0" presStyleCnt="4">
        <dgm:presLayoutVars>
          <dgm:bulletEnabled val="1"/>
        </dgm:presLayoutVars>
      </dgm:prSet>
      <dgm:spPr/>
    </dgm:pt>
    <dgm:pt modelId="{19501B62-C32E-4FBF-9A1D-09DCF412C6C8}" type="pres">
      <dgm:prSet presAssocID="{1B9DAECC-D5FF-4DAD-AF02-86B519FC7ACA}" presName="sibTrans" presStyleCnt="0"/>
      <dgm:spPr/>
    </dgm:pt>
    <dgm:pt modelId="{948E65FC-DC11-41E0-B760-45557AA0AD82}" type="pres">
      <dgm:prSet presAssocID="{C2B33EE4-1473-4448-9768-CF84F35950F1}" presName="node" presStyleLbl="node1" presStyleIdx="1" presStyleCnt="4">
        <dgm:presLayoutVars>
          <dgm:bulletEnabled val="1"/>
        </dgm:presLayoutVars>
      </dgm:prSet>
      <dgm:spPr/>
    </dgm:pt>
    <dgm:pt modelId="{2998EA88-BF0F-4ABD-874E-A9C343B14E32}" type="pres">
      <dgm:prSet presAssocID="{20DEA1D4-0661-409B-9B55-0ECA29FD4C5A}" presName="sibTrans" presStyleCnt="0"/>
      <dgm:spPr/>
    </dgm:pt>
    <dgm:pt modelId="{AF321547-E2C1-4BC5-92F8-CA330AD044DE}" type="pres">
      <dgm:prSet presAssocID="{5668F03D-F8E1-4991-A9C7-BE987D5060C4}" presName="node" presStyleLbl="node1" presStyleIdx="2" presStyleCnt="4">
        <dgm:presLayoutVars>
          <dgm:bulletEnabled val="1"/>
        </dgm:presLayoutVars>
      </dgm:prSet>
      <dgm:spPr/>
    </dgm:pt>
    <dgm:pt modelId="{804DDC75-3ABE-403D-A130-40735D806F0B}" type="pres">
      <dgm:prSet presAssocID="{749EDDEC-29B1-4369-B9C7-6CCE9A929B67}" presName="sibTrans" presStyleCnt="0"/>
      <dgm:spPr/>
    </dgm:pt>
    <dgm:pt modelId="{300D6A19-C988-42B9-8018-11E69A69986D}" type="pres">
      <dgm:prSet presAssocID="{1727173B-8E36-468F-916D-0688A507BCEE}" presName="node" presStyleLbl="node1" presStyleIdx="3" presStyleCnt="4">
        <dgm:presLayoutVars>
          <dgm:bulletEnabled val="1"/>
        </dgm:presLayoutVars>
      </dgm:prSet>
      <dgm:spPr/>
    </dgm:pt>
  </dgm:ptLst>
  <dgm:cxnLst>
    <dgm:cxn modelId="{2429132A-5128-4B24-9930-9EEBEE9FC831}" srcId="{91415679-E392-4674-A5FA-252F85A4AEA6}" destId="{5668F03D-F8E1-4991-A9C7-BE987D5060C4}" srcOrd="2" destOrd="0" parTransId="{3DD7E2A6-C6D0-4A48-9363-20D0024D588C}" sibTransId="{749EDDEC-29B1-4369-B9C7-6CCE9A929B67}"/>
    <dgm:cxn modelId="{561AA32F-2C5B-46D9-91E1-785E869684B8}" srcId="{91415679-E392-4674-A5FA-252F85A4AEA6}" destId="{053C4B59-21D2-4E71-877C-AE93EF381522}" srcOrd="0" destOrd="0" parTransId="{5A021C84-FEBC-44B0-A0D7-2D331F67E35F}" sibTransId="{1B9DAECC-D5FF-4DAD-AF02-86B519FC7ACA}"/>
    <dgm:cxn modelId="{C80D9734-C4ED-4C95-A7B6-211630E7F272}" srcId="{91415679-E392-4674-A5FA-252F85A4AEA6}" destId="{1727173B-8E36-468F-916D-0688A507BCEE}" srcOrd="3" destOrd="0" parTransId="{5B8E0B27-8B36-4B94-9D87-6139DFCF5CA1}" sibTransId="{A228E8B6-EBCF-49BD-BCC9-2A802FB7E06D}"/>
    <dgm:cxn modelId="{7D13536E-10D7-4088-8F74-E7407D0699B9}" type="presOf" srcId="{1727173B-8E36-468F-916D-0688A507BCEE}" destId="{300D6A19-C988-42B9-8018-11E69A69986D}" srcOrd="0" destOrd="0" presId="urn:microsoft.com/office/officeart/2005/8/layout/default"/>
    <dgm:cxn modelId="{D33C7151-9052-4B4A-9CD3-97AF6EAC2226}" type="presOf" srcId="{91415679-E392-4674-A5FA-252F85A4AEA6}" destId="{DA0A8531-84DA-4C5B-9EE9-4439F25BC6C4}" srcOrd="0" destOrd="0" presId="urn:microsoft.com/office/officeart/2005/8/layout/default"/>
    <dgm:cxn modelId="{E0E64B86-E553-473C-9873-E0EF6CF31B0A}" srcId="{91415679-E392-4674-A5FA-252F85A4AEA6}" destId="{C2B33EE4-1473-4448-9768-CF84F35950F1}" srcOrd="1" destOrd="0" parTransId="{135B647A-9CA3-46A2-8A9E-83AD0623B487}" sibTransId="{20DEA1D4-0661-409B-9B55-0ECA29FD4C5A}"/>
    <dgm:cxn modelId="{867E72C8-6C83-4ACB-8AF5-1ECA1953CAA7}" type="presOf" srcId="{C2B33EE4-1473-4448-9768-CF84F35950F1}" destId="{948E65FC-DC11-41E0-B760-45557AA0AD82}" srcOrd="0" destOrd="0" presId="urn:microsoft.com/office/officeart/2005/8/layout/default"/>
    <dgm:cxn modelId="{A381A2C9-D3E5-427F-960F-24BF39F14839}" type="presOf" srcId="{5668F03D-F8E1-4991-A9C7-BE987D5060C4}" destId="{AF321547-E2C1-4BC5-92F8-CA330AD044DE}" srcOrd="0" destOrd="0" presId="urn:microsoft.com/office/officeart/2005/8/layout/default"/>
    <dgm:cxn modelId="{277C6DFF-F150-4D47-B0AE-758103F98662}" type="presOf" srcId="{053C4B59-21D2-4E71-877C-AE93EF381522}" destId="{ADE4F38A-5A25-4450-9B22-9AA9F0F6A7E5}" srcOrd="0" destOrd="0" presId="urn:microsoft.com/office/officeart/2005/8/layout/default"/>
    <dgm:cxn modelId="{3957C37E-D4DA-4EDD-8B78-A23CF41AA92D}" type="presParOf" srcId="{DA0A8531-84DA-4C5B-9EE9-4439F25BC6C4}" destId="{ADE4F38A-5A25-4450-9B22-9AA9F0F6A7E5}" srcOrd="0" destOrd="0" presId="urn:microsoft.com/office/officeart/2005/8/layout/default"/>
    <dgm:cxn modelId="{3F22D8AC-5971-48C5-830A-8D39FA8D9594}" type="presParOf" srcId="{DA0A8531-84DA-4C5B-9EE9-4439F25BC6C4}" destId="{19501B62-C32E-4FBF-9A1D-09DCF412C6C8}" srcOrd="1" destOrd="0" presId="urn:microsoft.com/office/officeart/2005/8/layout/default"/>
    <dgm:cxn modelId="{F50FB29F-6E27-473C-8873-4E8C9DADCAD0}" type="presParOf" srcId="{DA0A8531-84DA-4C5B-9EE9-4439F25BC6C4}" destId="{948E65FC-DC11-41E0-B760-45557AA0AD82}" srcOrd="2" destOrd="0" presId="urn:microsoft.com/office/officeart/2005/8/layout/default"/>
    <dgm:cxn modelId="{B6B5638F-5823-4B00-8DDF-7000BAD6EC3F}" type="presParOf" srcId="{DA0A8531-84DA-4C5B-9EE9-4439F25BC6C4}" destId="{2998EA88-BF0F-4ABD-874E-A9C343B14E32}" srcOrd="3" destOrd="0" presId="urn:microsoft.com/office/officeart/2005/8/layout/default"/>
    <dgm:cxn modelId="{D8E8DD3A-920D-4014-AA38-6AEC94D3F8BC}" type="presParOf" srcId="{DA0A8531-84DA-4C5B-9EE9-4439F25BC6C4}" destId="{AF321547-E2C1-4BC5-92F8-CA330AD044DE}" srcOrd="4" destOrd="0" presId="urn:microsoft.com/office/officeart/2005/8/layout/default"/>
    <dgm:cxn modelId="{9C964070-AC18-4B66-BB37-F3C38A909E9D}" type="presParOf" srcId="{DA0A8531-84DA-4C5B-9EE9-4439F25BC6C4}" destId="{804DDC75-3ABE-403D-A130-40735D806F0B}" srcOrd="5" destOrd="0" presId="urn:microsoft.com/office/officeart/2005/8/layout/default"/>
    <dgm:cxn modelId="{10D1D1DB-3F5C-4981-889F-14339E256480}" type="presParOf" srcId="{DA0A8531-84DA-4C5B-9EE9-4439F25BC6C4}" destId="{300D6A19-C988-42B9-8018-11E69A69986D}" srcOrd="6"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1415679-E392-4674-A5FA-252F85A4AEA6}" type="doc">
      <dgm:prSet loTypeId="urn:microsoft.com/office/officeart/2005/8/layout/default" loCatId="list" qsTypeId="urn:microsoft.com/office/officeart/2005/8/quickstyle/3d7" qsCatId="3D" csTypeId="urn:microsoft.com/office/officeart/2005/8/colors/accent1_2" csCatId="accent1" phldr="1"/>
      <dgm:spPr/>
      <dgm:t>
        <a:bodyPr/>
        <a:lstStyle/>
        <a:p>
          <a:pPr rtl="1"/>
          <a:endParaRPr lang="fa-IR"/>
        </a:p>
      </dgm:t>
    </dgm:pt>
    <dgm:pt modelId="{053C4B59-21D2-4E71-877C-AE93EF381522}">
      <dgm:prSet phldrT="[Text]" custT="1"/>
      <dgm:spPr/>
      <dgm:t>
        <a:bodyPr/>
        <a:lstStyle/>
        <a:p>
          <a:pPr rtl="1"/>
          <a:r>
            <a:rPr lang="en-US" sz="5700" kern="1200" dirty="0">
              <a:latin typeface="Vazirmatn Light" pitchFamily="2" charset="-78"/>
              <a:cs typeface="Vazirmatn Light" pitchFamily="2" charset="-78"/>
            </a:rPr>
            <a:t>ht</a:t>
          </a:r>
          <a:r>
            <a:rPr lang="en-US" sz="5700" kern="1200" dirty="0">
              <a:solidFill>
                <a:prstClr val="black"/>
              </a:solidFill>
              <a:latin typeface="Vazirmatn Light" pitchFamily="2" charset="-78"/>
              <a:ea typeface="+mn-ea"/>
              <a:cs typeface="Vazirmatn Light" pitchFamily="2" charset="-78"/>
            </a:rPr>
            <a:t>m</a:t>
          </a:r>
          <a:r>
            <a:rPr lang="en-US" sz="5700" kern="1200" dirty="0">
              <a:latin typeface="Vazirmatn Light" pitchFamily="2" charset="-78"/>
              <a:cs typeface="Vazirmatn Light" pitchFamily="2" charset="-78"/>
            </a:rPr>
            <a:t>l</a:t>
          </a:r>
          <a:endParaRPr lang="fa-IR" sz="5700" kern="1200" dirty="0">
            <a:latin typeface="Vazirmatn Light" pitchFamily="2" charset="-78"/>
            <a:cs typeface="Vazirmatn Light" pitchFamily="2" charset="-78"/>
          </a:endParaRPr>
        </a:p>
      </dgm:t>
    </dgm:pt>
    <dgm:pt modelId="{5A021C84-FEBC-44B0-A0D7-2D331F67E35F}" type="parTrans" cxnId="{561AA32F-2C5B-46D9-91E1-785E869684B8}">
      <dgm:prSet/>
      <dgm:spPr/>
      <dgm:t>
        <a:bodyPr/>
        <a:lstStyle/>
        <a:p>
          <a:pPr rtl="1"/>
          <a:endParaRPr lang="fa-IR"/>
        </a:p>
      </dgm:t>
    </dgm:pt>
    <dgm:pt modelId="{1B9DAECC-D5FF-4DAD-AF02-86B519FC7ACA}" type="sibTrans" cxnId="{561AA32F-2C5B-46D9-91E1-785E869684B8}">
      <dgm:prSet/>
      <dgm:spPr/>
      <dgm:t>
        <a:bodyPr/>
        <a:lstStyle/>
        <a:p>
          <a:pPr rtl="1"/>
          <a:endParaRPr lang="fa-IR"/>
        </a:p>
      </dgm:t>
    </dgm:pt>
    <dgm:pt modelId="{C2B33EE4-1473-4448-9768-CF84F35950F1}">
      <dgm:prSet phldrT="[Text]"/>
      <dgm:spPr/>
      <dgm:t>
        <a:bodyPr/>
        <a:lstStyle/>
        <a:p>
          <a:pPr rtl="1"/>
          <a:r>
            <a:rPr lang="en-US" dirty="0" err="1">
              <a:latin typeface="Vazirmatn Light" pitchFamily="2" charset="-78"/>
              <a:cs typeface="Vazirmatn Light" pitchFamily="2" charset="-78"/>
            </a:rPr>
            <a:t>css</a:t>
          </a:r>
          <a:endParaRPr lang="fa-IR" dirty="0">
            <a:latin typeface="Vazirmatn Light" pitchFamily="2" charset="-78"/>
            <a:cs typeface="Vazirmatn Light" pitchFamily="2" charset="-78"/>
          </a:endParaRPr>
        </a:p>
      </dgm:t>
    </dgm:pt>
    <dgm:pt modelId="{135B647A-9CA3-46A2-8A9E-83AD0623B487}" type="parTrans" cxnId="{E0E64B86-E553-473C-9873-E0EF6CF31B0A}">
      <dgm:prSet/>
      <dgm:spPr/>
      <dgm:t>
        <a:bodyPr/>
        <a:lstStyle/>
        <a:p>
          <a:pPr rtl="1"/>
          <a:endParaRPr lang="fa-IR"/>
        </a:p>
      </dgm:t>
    </dgm:pt>
    <dgm:pt modelId="{20DEA1D4-0661-409B-9B55-0ECA29FD4C5A}" type="sibTrans" cxnId="{E0E64B86-E553-473C-9873-E0EF6CF31B0A}">
      <dgm:prSet/>
      <dgm:spPr/>
      <dgm:t>
        <a:bodyPr/>
        <a:lstStyle/>
        <a:p>
          <a:pPr rtl="1"/>
          <a:endParaRPr lang="fa-IR"/>
        </a:p>
      </dgm:t>
    </dgm:pt>
    <dgm:pt modelId="{5668F03D-F8E1-4991-A9C7-BE987D5060C4}">
      <dgm:prSet phldrT="[Text]"/>
      <dgm:spPr/>
      <dgm:t>
        <a:bodyPr/>
        <a:lstStyle/>
        <a:p>
          <a:pPr rtl="1"/>
          <a:r>
            <a:rPr lang="en-US" dirty="0" err="1">
              <a:latin typeface="Vazirmatn Light" pitchFamily="2" charset="-78"/>
              <a:cs typeface="Vazirmatn Light" pitchFamily="2" charset="-78"/>
            </a:rPr>
            <a:t>javascript</a:t>
          </a:r>
          <a:endParaRPr lang="fa-IR" dirty="0">
            <a:latin typeface="Vazirmatn Light" pitchFamily="2" charset="-78"/>
            <a:cs typeface="Vazirmatn Light" pitchFamily="2" charset="-78"/>
          </a:endParaRPr>
        </a:p>
      </dgm:t>
    </dgm:pt>
    <dgm:pt modelId="{3DD7E2A6-C6D0-4A48-9363-20D0024D588C}" type="parTrans" cxnId="{2429132A-5128-4B24-9930-9EEBEE9FC831}">
      <dgm:prSet/>
      <dgm:spPr/>
      <dgm:t>
        <a:bodyPr/>
        <a:lstStyle/>
        <a:p>
          <a:pPr rtl="1"/>
          <a:endParaRPr lang="fa-IR"/>
        </a:p>
      </dgm:t>
    </dgm:pt>
    <dgm:pt modelId="{749EDDEC-29B1-4369-B9C7-6CCE9A929B67}" type="sibTrans" cxnId="{2429132A-5128-4B24-9930-9EEBEE9FC831}">
      <dgm:prSet/>
      <dgm:spPr/>
      <dgm:t>
        <a:bodyPr/>
        <a:lstStyle/>
        <a:p>
          <a:pPr rtl="1"/>
          <a:endParaRPr lang="fa-IR"/>
        </a:p>
      </dgm:t>
    </dgm:pt>
    <dgm:pt modelId="{1727173B-8E36-468F-916D-0688A507BCEE}">
      <dgm:prSet phldrT="[Text]"/>
      <dgm:spPr/>
      <dgm:t>
        <a:bodyPr/>
        <a:lstStyle/>
        <a:p>
          <a:pPr rtl="1"/>
          <a:r>
            <a:rPr lang="en-US" dirty="0">
              <a:latin typeface="Vazirmatn Light" pitchFamily="2" charset="-78"/>
              <a:cs typeface="Vazirmatn Light" pitchFamily="2" charset="-78"/>
            </a:rPr>
            <a:t>python</a:t>
          </a:r>
          <a:endParaRPr lang="fa-IR" dirty="0">
            <a:latin typeface="Vazirmatn Light" pitchFamily="2" charset="-78"/>
            <a:cs typeface="Vazirmatn Light" pitchFamily="2" charset="-78"/>
          </a:endParaRPr>
        </a:p>
      </dgm:t>
    </dgm:pt>
    <dgm:pt modelId="{5B8E0B27-8B36-4B94-9D87-6139DFCF5CA1}" type="parTrans" cxnId="{C80D9734-C4ED-4C95-A7B6-211630E7F272}">
      <dgm:prSet/>
      <dgm:spPr/>
      <dgm:t>
        <a:bodyPr/>
        <a:lstStyle/>
        <a:p>
          <a:pPr rtl="1"/>
          <a:endParaRPr lang="fa-IR"/>
        </a:p>
      </dgm:t>
    </dgm:pt>
    <dgm:pt modelId="{A228E8B6-EBCF-49BD-BCC9-2A802FB7E06D}" type="sibTrans" cxnId="{C80D9734-C4ED-4C95-A7B6-211630E7F272}">
      <dgm:prSet/>
      <dgm:spPr/>
      <dgm:t>
        <a:bodyPr/>
        <a:lstStyle/>
        <a:p>
          <a:pPr rtl="1"/>
          <a:endParaRPr lang="fa-IR"/>
        </a:p>
      </dgm:t>
    </dgm:pt>
    <dgm:pt modelId="{DA0A8531-84DA-4C5B-9EE9-4439F25BC6C4}" type="pres">
      <dgm:prSet presAssocID="{91415679-E392-4674-A5FA-252F85A4AEA6}" presName="diagram" presStyleCnt="0">
        <dgm:presLayoutVars>
          <dgm:dir/>
          <dgm:resizeHandles val="exact"/>
        </dgm:presLayoutVars>
      </dgm:prSet>
      <dgm:spPr/>
    </dgm:pt>
    <dgm:pt modelId="{ADE4F38A-5A25-4450-9B22-9AA9F0F6A7E5}" type="pres">
      <dgm:prSet presAssocID="{053C4B59-21D2-4E71-877C-AE93EF381522}" presName="node" presStyleLbl="node1" presStyleIdx="0" presStyleCnt="4">
        <dgm:presLayoutVars>
          <dgm:bulletEnabled val="1"/>
        </dgm:presLayoutVars>
      </dgm:prSet>
      <dgm:spPr/>
    </dgm:pt>
    <dgm:pt modelId="{19501B62-C32E-4FBF-9A1D-09DCF412C6C8}" type="pres">
      <dgm:prSet presAssocID="{1B9DAECC-D5FF-4DAD-AF02-86B519FC7ACA}" presName="sibTrans" presStyleCnt="0"/>
      <dgm:spPr/>
    </dgm:pt>
    <dgm:pt modelId="{948E65FC-DC11-41E0-B760-45557AA0AD82}" type="pres">
      <dgm:prSet presAssocID="{C2B33EE4-1473-4448-9768-CF84F35950F1}" presName="node" presStyleLbl="node1" presStyleIdx="1" presStyleCnt="4">
        <dgm:presLayoutVars>
          <dgm:bulletEnabled val="1"/>
        </dgm:presLayoutVars>
      </dgm:prSet>
      <dgm:spPr/>
    </dgm:pt>
    <dgm:pt modelId="{2998EA88-BF0F-4ABD-874E-A9C343B14E32}" type="pres">
      <dgm:prSet presAssocID="{20DEA1D4-0661-409B-9B55-0ECA29FD4C5A}" presName="sibTrans" presStyleCnt="0"/>
      <dgm:spPr/>
    </dgm:pt>
    <dgm:pt modelId="{AF321547-E2C1-4BC5-92F8-CA330AD044DE}" type="pres">
      <dgm:prSet presAssocID="{5668F03D-F8E1-4991-A9C7-BE987D5060C4}" presName="node" presStyleLbl="node1" presStyleIdx="2" presStyleCnt="4">
        <dgm:presLayoutVars>
          <dgm:bulletEnabled val="1"/>
        </dgm:presLayoutVars>
      </dgm:prSet>
      <dgm:spPr/>
    </dgm:pt>
    <dgm:pt modelId="{804DDC75-3ABE-403D-A130-40735D806F0B}" type="pres">
      <dgm:prSet presAssocID="{749EDDEC-29B1-4369-B9C7-6CCE9A929B67}" presName="sibTrans" presStyleCnt="0"/>
      <dgm:spPr/>
    </dgm:pt>
    <dgm:pt modelId="{300D6A19-C988-42B9-8018-11E69A69986D}" type="pres">
      <dgm:prSet presAssocID="{1727173B-8E36-468F-916D-0688A507BCEE}" presName="node" presStyleLbl="node1" presStyleIdx="3" presStyleCnt="4">
        <dgm:presLayoutVars>
          <dgm:bulletEnabled val="1"/>
        </dgm:presLayoutVars>
      </dgm:prSet>
      <dgm:spPr/>
    </dgm:pt>
  </dgm:ptLst>
  <dgm:cxnLst>
    <dgm:cxn modelId="{2429132A-5128-4B24-9930-9EEBEE9FC831}" srcId="{91415679-E392-4674-A5FA-252F85A4AEA6}" destId="{5668F03D-F8E1-4991-A9C7-BE987D5060C4}" srcOrd="2" destOrd="0" parTransId="{3DD7E2A6-C6D0-4A48-9363-20D0024D588C}" sibTransId="{749EDDEC-29B1-4369-B9C7-6CCE9A929B67}"/>
    <dgm:cxn modelId="{561AA32F-2C5B-46D9-91E1-785E869684B8}" srcId="{91415679-E392-4674-A5FA-252F85A4AEA6}" destId="{053C4B59-21D2-4E71-877C-AE93EF381522}" srcOrd="0" destOrd="0" parTransId="{5A021C84-FEBC-44B0-A0D7-2D331F67E35F}" sibTransId="{1B9DAECC-D5FF-4DAD-AF02-86B519FC7ACA}"/>
    <dgm:cxn modelId="{C80D9734-C4ED-4C95-A7B6-211630E7F272}" srcId="{91415679-E392-4674-A5FA-252F85A4AEA6}" destId="{1727173B-8E36-468F-916D-0688A507BCEE}" srcOrd="3" destOrd="0" parTransId="{5B8E0B27-8B36-4B94-9D87-6139DFCF5CA1}" sibTransId="{A228E8B6-EBCF-49BD-BCC9-2A802FB7E06D}"/>
    <dgm:cxn modelId="{7D13536E-10D7-4088-8F74-E7407D0699B9}" type="presOf" srcId="{1727173B-8E36-468F-916D-0688A507BCEE}" destId="{300D6A19-C988-42B9-8018-11E69A69986D}" srcOrd="0" destOrd="0" presId="urn:microsoft.com/office/officeart/2005/8/layout/default"/>
    <dgm:cxn modelId="{D33C7151-9052-4B4A-9CD3-97AF6EAC2226}" type="presOf" srcId="{91415679-E392-4674-A5FA-252F85A4AEA6}" destId="{DA0A8531-84DA-4C5B-9EE9-4439F25BC6C4}" srcOrd="0" destOrd="0" presId="urn:microsoft.com/office/officeart/2005/8/layout/default"/>
    <dgm:cxn modelId="{E0E64B86-E553-473C-9873-E0EF6CF31B0A}" srcId="{91415679-E392-4674-A5FA-252F85A4AEA6}" destId="{C2B33EE4-1473-4448-9768-CF84F35950F1}" srcOrd="1" destOrd="0" parTransId="{135B647A-9CA3-46A2-8A9E-83AD0623B487}" sibTransId="{20DEA1D4-0661-409B-9B55-0ECA29FD4C5A}"/>
    <dgm:cxn modelId="{867E72C8-6C83-4ACB-8AF5-1ECA1953CAA7}" type="presOf" srcId="{C2B33EE4-1473-4448-9768-CF84F35950F1}" destId="{948E65FC-DC11-41E0-B760-45557AA0AD82}" srcOrd="0" destOrd="0" presId="urn:microsoft.com/office/officeart/2005/8/layout/default"/>
    <dgm:cxn modelId="{A381A2C9-D3E5-427F-960F-24BF39F14839}" type="presOf" srcId="{5668F03D-F8E1-4991-A9C7-BE987D5060C4}" destId="{AF321547-E2C1-4BC5-92F8-CA330AD044DE}" srcOrd="0" destOrd="0" presId="urn:microsoft.com/office/officeart/2005/8/layout/default"/>
    <dgm:cxn modelId="{277C6DFF-F150-4D47-B0AE-758103F98662}" type="presOf" srcId="{053C4B59-21D2-4E71-877C-AE93EF381522}" destId="{ADE4F38A-5A25-4450-9B22-9AA9F0F6A7E5}" srcOrd="0" destOrd="0" presId="urn:microsoft.com/office/officeart/2005/8/layout/default"/>
    <dgm:cxn modelId="{3957C37E-D4DA-4EDD-8B78-A23CF41AA92D}" type="presParOf" srcId="{DA0A8531-84DA-4C5B-9EE9-4439F25BC6C4}" destId="{ADE4F38A-5A25-4450-9B22-9AA9F0F6A7E5}" srcOrd="0" destOrd="0" presId="urn:microsoft.com/office/officeart/2005/8/layout/default"/>
    <dgm:cxn modelId="{3F22D8AC-5971-48C5-830A-8D39FA8D9594}" type="presParOf" srcId="{DA0A8531-84DA-4C5B-9EE9-4439F25BC6C4}" destId="{19501B62-C32E-4FBF-9A1D-09DCF412C6C8}" srcOrd="1" destOrd="0" presId="urn:microsoft.com/office/officeart/2005/8/layout/default"/>
    <dgm:cxn modelId="{F50FB29F-6E27-473C-8873-4E8C9DADCAD0}" type="presParOf" srcId="{DA0A8531-84DA-4C5B-9EE9-4439F25BC6C4}" destId="{948E65FC-DC11-41E0-B760-45557AA0AD82}" srcOrd="2" destOrd="0" presId="urn:microsoft.com/office/officeart/2005/8/layout/default"/>
    <dgm:cxn modelId="{B6B5638F-5823-4B00-8DDF-7000BAD6EC3F}" type="presParOf" srcId="{DA0A8531-84DA-4C5B-9EE9-4439F25BC6C4}" destId="{2998EA88-BF0F-4ABD-874E-A9C343B14E32}" srcOrd="3" destOrd="0" presId="urn:microsoft.com/office/officeart/2005/8/layout/default"/>
    <dgm:cxn modelId="{D8E8DD3A-920D-4014-AA38-6AEC94D3F8BC}" type="presParOf" srcId="{DA0A8531-84DA-4C5B-9EE9-4439F25BC6C4}" destId="{AF321547-E2C1-4BC5-92F8-CA330AD044DE}" srcOrd="4" destOrd="0" presId="urn:microsoft.com/office/officeart/2005/8/layout/default"/>
    <dgm:cxn modelId="{9C964070-AC18-4B66-BB37-F3C38A909E9D}" type="presParOf" srcId="{DA0A8531-84DA-4C5B-9EE9-4439F25BC6C4}" destId="{804DDC75-3ABE-403D-A130-40735D806F0B}" srcOrd="5" destOrd="0" presId="urn:microsoft.com/office/officeart/2005/8/layout/default"/>
    <dgm:cxn modelId="{10D1D1DB-3F5C-4981-889F-14339E256480}" type="presParOf" srcId="{DA0A8531-84DA-4C5B-9EE9-4439F25BC6C4}" destId="{300D6A19-C988-42B9-8018-11E69A69986D}" srcOrd="6"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91415679-E392-4674-A5FA-252F85A4AEA6}" type="doc">
      <dgm:prSet loTypeId="urn:microsoft.com/office/officeart/2005/8/layout/default" loCatId="list" qsTypeId="urn:microsoft.com/office/officeart/2005/8/quickstyle/3d4" qsCatId="3D" csTypeId="urn:microsoft.com/office/officeart/2005/8/colors/accent1_2" csCatId="accent1" phldr="1"/>
      <dgm:spPr/>
      <dgm:t>
        <a:bodyPr/>
        <a:lstStyle/>
        <a:p>
          <a:pPr rtl="1"/>
          <a:endParaRPr lang="fa-IR"/>
        </a:p>
      </dgm:t>
    </dgm:pt>
    <dgm:pt modelId="{053C4B59-21D2-4E71-877C-AE93EF381522}">
      <dgm:prSet phldrT="[Text]" custT="1"/>
      <dgm:spPr/>
      <dgm:t>
        <a:bodyPr/>
        <a:lstStyle/>
        <a:p>
          <a:pPr rtl="1"/>
          <a:r>
            <a:rPr lang="fa-IR" sz="4400" kern="1200" dirty="0">
              <a:latin typeface="Vazirmatn Light" pitchFamily="2" charset="-78"/>
              <a:cs typeface="Vazirmatn Light" pitchFamily="2" charset="-78"/>
            </a:rPr>
            <a:t>ثبت نام و ورود</a:t>
          </a:r>
        </a:p>
      </dgm:t>
    </dgm:pt>
    <dgm:pt modelId="{5A021C84-FEBC-44B0-A0D7-2D331F67E35F}" type="parTrans" cxnId="{561AA32F-2C5B-46D9-91E1-785E869684B8}">
      <dgm:prSet/>
      <dgm:spPr/>
      <dgm:t>
        <a:bodyPr/>
        <a:lstStyle/>
        <a:p>
          <a:pPr rtl="1"/>
          <a:endParaRPr lang="fa-IR"/>
        </a:p>
      </dgm:t>
    </dgm:pt>
    <dgm:pt modelId="{1B9DAECC-D5FF-4DAD-AF02-86B519FC7ACA}" type="sibTrans" cxnId="{561AA32F-2C5B-46D9-91E1-785E869684B8}">
      <dgm:prSet/>
      <dgm:spPr/>
      <dgm:t>
        <a:bodyPr/>
        <a:lstStyle/>
        <a:p>
          <a:pPr rtl="1"/>
          <a:endParaRPr lang="fa-IR"/>
        </a:p>
      </dgm:t>
    </dgm:pt>
    <dgm:pt modelId="{C2B33EE4-1473-4448-9768-CF84F35950F1}">
      <dgm:prSet phldrT="[Text]"/>
      <dgm:spPr/>
      <dgm:t>
        <a:bodyPr/>
        <a:lstStyle/>
        <a:p>
          <a:pPr rtl="1"/>
          <a:r>
            <a:rPr lang="fa-IR" dirty="0">
              <a:latin typeface="Vazirmatn Light" pitchFamily="2" charset="-78"/>
              <a:cs typeface="Vazirmatn Light" pitchFamily="2" charset="-78"/>
            </a:rPr>
            <a:t>آزمایش ها</a:t>
          </a:r>
        </a:p>
      </dgm:t>
    </dgm:pt>
    <dgm:pt modelId="{135B647A-9CA3-46A2-8A9E-83AD0623B487}" type="parTrans" cxnId="{E0E64B86-E553-473C-9873-E0EF6CF31B0A}">
      <dgm:prSet/>
      <dgm:spPr/>
      <dgm:t>
        <a:bodyPr/>
        <a:lstStyle/>
        <a:p>
          <a:pPr rtl="1"/>
          <a:endParaRPr lang="fa-IR"/>
        </a:p>
      </dgm:t>
    </dgm:pt>
    <dgm:pt modelId="{20DEA1D4-0661-409B-9B55-0ECA29FD4C5A}" type="sibTrans" cxnId="{E0E64B86-E553-473C-9873-E0EF6CF31B0A}">
      <dgm:prSet/>
      <dgm:spPr/>
      <dgm:t>
        <a:bodyPr/>
        <a:lstStyle/>
        <a:p>
          <a:pPr rtl="1"/>
          <a:endParaRPr lang="fa-IR"/>
        </a:p>
      </dgm:t>
    </dgm:pt>
    <dgm:pt modelId="{5668F03D-F8E1-4991-A9C7-BE987D5060C4}">
      <dgm:prSet phldrT="[Text]"/>
      <dgm:spPr/>
      <dgm:t>
        <a:bodyPr/>
        <a:lstStyle/>
        <a:p>
          <a:pPr rtl="1"/>
          <a:r>
            <a:rPr lang="fa-IR" dirty="0">
              <a:latin typeface="Vazirmatn Light" pitchFamily="2" charset="-78"/>
              <a:cs typeface="Vazirmatn Light" pitchFamily="2" charset="-78"/>
            </a:rPr>
            <a:t>سازندگان</a:t>
          </a:r>
        </a:p>
      </dgm:t>
    </dgm:pt>
    <dgm:pt modelId="{3DD7E2A6-C6D0-4A48-9363-20D0024D588C}" type="parTrans" cxnId="{2429132A-5128-4B24-9930-9EEBEE9FC831}">
      <dgm:prSet/>
      <dgm:spPr/>
      <dgm:t>
        <a:bodyPr/>
        <a:lstStyle/>
        <a:p>
          <a:pPr rtl="1"/>
          <a:endParaRPr lang="fa-IR"/>
        </a:p>
      </dgm:t>
    </dgm:pt>
    <dgm:pt modelId="{749EDDEC-29B1-4369-B9C7-6CCE9A929B67}" type="sibTrans" cxnId="{2429132A-5128-4B24-9930-9EEBEE9FC831}">
      <dgm:prSet/>
      <dgm:spPr/>
      <dgm:t>
        <a:bodyPr/>
        <a:lstStyle/>
        <a:p>
          <a:pPr rtl="1"/>
          <a:endParaRPr lang="fa-IR"/>
        </a:p>
      </dgm:t>
    </dgm:pt>
    <dgm:pt modelId="{1727173B-8E36-468F-916D-0688A507BCEE}">
      <dgm:prSet phldrT="[Text]"/>
      <dgm:spPr/>
      <dgm:t>
        <a:bodyPr/>
        <a:lstStyle/>
        <a:p>
          <a:pPr rtl="1"/>
          <a:r>
            <a:rPr lang="fa-IR" dirty="0">
              <a:latin typeface="Vazirmatn Light" pitchFamily="2" charset="-78"/>
              <a:cs typeface="Vazirmatn Light" pitchFamily="2" charset="-78"/>
            </a:rPr>
            <a:t>ارتباط با ما</a:t>
          </a:r>
        </a:p>
      </dgm:t>
    </dgm:pt>
    <dgm:pt modelId="{5B8E0B27-8B36-4B94-9D87-6139DFCF5CA1}" type="parTrans" cxnId="{C80D9734-C4ED-4C95-A7B6-211630E7F272}">
      <dgm:prSet/>
      <dgm:spPr/>
      <dgm:t>
        <a:bodyPr/>
        <a:lstStyle/>
        <a:p>
          <a:pPr rtl="1"/>
          <a:endParaRPr lang="fa-IR"/>
        </a:p>
      </dgm:t>
    </dgm:pt>
    <dgm:pt modelId="{A228E8B6-EBCF-49BD-BCC9-2A802FB7E06D}" type="sibTrans" cxnId="{C80D9734-C4ED-4C95-A7B6-211630E7F272}">
      <dgm:prSet/>
      <dgm:spPr/>
      <dgm:t>
        <a:bodyPr/>
        <a:lstStyle/>
        <a:p>
          <a:pPr rtl="1"/>
          <a:endParaRPr lang="fa-IR"/>
        </a:p>
      </dgm:t>
    </dgm:pt>
    <dgm:pt modelId="{DA0A8531-84DA-4C5B-9EE9-4439F25BC6C4}" type="pres">
      <dgm:prSet presAssocID="{91415679-E392-4674-A5FA-252F85A4AEA6}" presName="diagram" presStyleCnt="0">
        <dgm:presLayoutVars>
          <dgm:dir/>
          <dgm:resizeHandles val="exact"/>
        </dgm:presLayoutVars>
      </dgm:prSet>
      <dgm:spPr/>
    </dgm:pt>
    <dgm:pt modelId="{ADE4F38A-5A25-4450-9B22-9AA9F0F6A7E5}" type="pres">
      <dgm:prSet presAssocID="{053C4B59-21D2-4E71-877C-AE93EF381522}" presName="node" presStyleLbl="node1" presStyleIdx="0" presStyleCnt="4">
        <dgm:presLayoutVars>
          <dgm:bulletEnabled val="1"/>
        </dgm:presLayoutVars>
      </dgm:prSet>
      <dgm:spPr/>
    </dgm:pt>
    <dgm:pt modelId="{19501B62-C32E-4FBF-9A1D-09DCF412C6C8}" type="pres">
      <dgm:prSet presAssocID="{1B9DAECC-D5FF-4DAD-AF02-86B519FC7ACA}" presName="sibTrans" presStyleCnt="0"/>
      <dgm:spPr/>
    </dgm:pt>
    <dgm:pt modelId="{948E65FC-DC11-41E0-B760-45557AA0AD82}" type="pres">
      <dgm:prSet presAssocID="{C2B33EE4-1473-4448-9768-CF84F35950F1}" presName="node" presStyleLbl="node1" presStyleIdx="1" presStyleCnt="4">
        <dgm:presLayoutVars>
          <dgm:bulletEnabled val="1"/>
        </dgm:presLayoutVars>
      </dgm:prSet>
      <dgm:spPr/>
    </dgm:pt>
    <dgm:pt modelId="{2998EA88-BF0F-4ABD-874E-A9C343B14E32}" type="pres">
      <dgm:prSet presAssocID="{20DEA1D4-0661-409B-9B55-0ECA29FD4C5A}" presName="sibTrans" presStyleCnt="0"/>
      <dgm:spPr/>
    </dgm:pt>
    <dgm:pt modelId="{AF321547-E2C1-4BC5-92F8-CA330AD044DE}" type="pres">
      <dgm:prSet presAssocID="{5668F03D-F8E1-4991-A9C7-BE987D5060C4}" presName="node" presStyleLbl="node1" presStyleIdx="2" presStyleCnt="4">
        <dgm:presLayoutVars>
          <dgm:bulletEnabled val="1"/>
        </dgm:presLayoutVars>
      </dgm:prSet>
      <dgm:spPr/>
    </dgm:pt>
    <dgm:pt modelId="{804DDC75-3ABE-403D-A130-40735D806F0B}" type="pres">
      <dgm:prSet presAssocID="{749EDDEC-29B1-4369-B9C7-6CCE9A929B67}" presName="sibTrans" presStyleCnt="0"/>
      <dgm:spPr/>
    </dgm:pt>
    <dgm:pt modelId="{300D6A19-C988-42B9-8018-11E69A69986D}" type="pres">
      <dgm:prSet presAssocID="{1727173B-8E36-468F-916D-0688A507BCEE}" presName="node" presStyleLbl="node1" presStyleIdx="3" presStyleCnt="4">
        <dgm:presLayoutVars>
          <dgm:bulletEnabled val="1"/>
        </dgm:presLayoutVars>
      </dgm:prSet>
      <dgm:spPr/>
    </dgm:pt>
  </dgm:ptLst>
  <dgm:cxnLst>
    <dgm:cxn modelId="{2429132A-5128-4B24-9930-9EEBEE9FC831}" srcId="{91415679-E392-4674-A5FA-252F85A4AEA6}" destId="{5668F03D-F8E1-4991-A9C7-BE987D5060C4}" srcOrd="2" destOrd="0" parTransId="{3DD7E2A6-C6D0-4A48-9363-20D0024D588C}" sibTransId="{749EDDEC-29B1-4369-B9C7-6CCE9A929B67}"/>
    <dgm:cxn modelId="{561AA32F-2C5B-46D9-91E1-785E869684B8}" srcId="{91415679-E392-4674-A5FA-252F85A4AEA6}" destId="{053C4B59-21D2-4E71-877C-AE93EF381522}" srcOrd="0" destOrd="0" parTransId="{5A021C84-FEBC-44B0-A0D7-2D331F67E35F}" sibTransId="{1B9DAECC-D5FF-4DAD-AF02-86B519FC7ACA}"/>
    <dgm:cxn modelId="{C80D9734-C4ED-4C95-A7B6-211630E7F272}" srcId="{91415679-E392-4674-A5FA-252F85A4AEA6}" destId="{1727173B-8E36-468F-916D-0688A507BCEE}" srcOrd="3" destOrd="0" parTransId="{5B8E0B27-8B36-4B94-9D87-6139DFCF5CA1}" sibTransId="{A228E8B6-EBCF-49BD-BCC9-2A802FB7E06D}"/>
    <dgm:cxn modelId="{7D13536E-10D7-4088-8F74-E7407D0699B9}" type="presOf" srcId="{1727173B-8E36-468F-916D-0688A507BCEE}" destId="{300D6A19-C988-42B9-8018-11E69A69986D}" srcOrd="0" destOrd="0" presId="urn:microsoft.com/office/officeart/2005/8/layout/default"/>
    <dgm:cxn modelId="{D33C7151-9052-4B4A-9CD3-97AF6EAC2226}" type="presOf" srcId="{91415679-E392-4674-A5FA-252F85A4AEA6}" destId="{DA0A8531-84DA-4C5B-9EE9-4439F25BC6C4}" srcOrd="0" destOrd="0" presId="urn:microsoft.com/office/officeart/2005/8/layout/default"/>
    <dgm:cxn modelId="{E0E64B86-E553-473C-9873-E0EF6CF31B0A}" srcId="{91415679-E392-4674-A5FA-252F85A4AEA6}" destId="{C2B33EE4-1473-4448-9768-CF84F35950F1}" srcOrd="1" destOrd="0" parTransId="{135B647A-9CA3-46A2-8A9E-83AD0623B487}" sibTransId="{20DEA1D4-0661-409B-9B55-0ECA29FD4C5A}"/>
    <dgm:cxn modelId="{867E72C8-6C83-4ACB-8AF5-1ECA1953CAA7}" type="presOf" srcId="{C2B33EE4-1473-4448-9768-CF84F35950F1}" destId="{948E65FC-DC11-41E0-B760-45557AA0AD82}" srcOrd="0" destOrd="0" presId="urn:microsoft.com/office/officeart/2005/8/layout/default"/>
    <dgm:cxn modelId="{A381A2C9-D3E5-427F-960F-24BF39F14839}" type="presOf" srcId="{5668F03D-F8E1-4991-A9C7-BE987D5060C4}" destId="{AF321547-E2C1-4BC5-92F8-CA330AD044DE}" srcOrd="0" destOrd="0" presId="urn:microsoft.com/office/officeart/2005/8/layout/default"/>
    <dgm:cxn modelId="{277C6DFF-F150-4D47-B0AE-758103F98662}" type="presOf" srcId="{053C4B59-21D2-4E71-877C-AE93EF381522}" destId="{ADE4F38A-5A25-4450-9B22-9AA9F0F6A7E5}" srcOrd="0" destOrd="0" presId="urn:microsoft.com/office/officeart/2005/8/layout/default"/>
    <dgm:cxn modelId="{3957C37E-D4DA-4EDD-8B78-A23CF41AA92D}" type="presParOf" srcId="{DA0A8531-84DA-4C5B-9EE9-4439F25BC6C4}" destId="{ADE4F38A-5A25-4450-9B22-9AA9F0F6A7E5}" srcOrd="0" destOrd="0" presId="urn:microsoft.com/office/officeart/2005/8/layout/default"/>
    <dgm:cxn modelId="{3F22D8AC-5971-48C5-830A-8D39FA8D9594}" type="presParOf" srcId="{DA0A8531-84DA-4C5B-9EE9-4439F25BC6C4}" destId="{19501B62-C32E-4FBF-9A1D-09DCF412C6C8}" srcOrd="1" destOrd="0" presId="urn:microsoft.com/office/officeart/2005/8/layout/default"/>
    <dgm:cxn modelId="{F50FB29F-6E27-473C-8873-4E8C9DADCAD0}" type="presParOf" srcId="{DA0A8531-84DA-4C5B-9EE9-4439F25BC6C4}" destId="{948E65FC-DC11-41E0-B760-45557AA0AD82}" srcOrd="2" destOrd="0" presId="urn:microsoft.com/office/officeart/2005/8/layout/default"/>
    <dgm:cxn modelId="{B6B5638F-5823-4B00-8DDF-7000BAD6EC3F}" type="presParOf" srcId="{DA0A8531-84DA-4C5B-9EE9-4439F25BC6C4}" destId="{2998EA88-BF0F-4ABD-874E-A9C343B14E32}" srcOrd="3" destOrd="0" presId="urn:microsoft.com/office/officeart/2005/8/layout/default"/>
    <dgm:cxn modelId="{D8E8DD3A-920D-4014-AA38-6AEC94D3F8BC}" type="presParOf" srcId="{DA0A8531-84DA-4C5B-9EE9-4439F25BC6C4}" destId="{AF321547-E2C1-4BC5-92F8-CA330AD044DE}" srcOrd="4" destOrd="0" presId="urn:microsoft.com/office/officeart/2005/8/layout/default"/>
    <dgm:cxn modelId="{9C964070-AC18-4B66-BB37-F3C38A909E9D}" type="presParOf" srcId="{DA0A8531-84DA-4C5B-9EE9-4439F25BC6C4}" destId="{804DDC75-3ABE-403D-A130-40735D806F0B}" srcOrd="5" destOrd="0" presId="urn:microsoft.com/office/officeart/2005/8/layout/default"/>
    <dgm:cxn modelId="{10D1D1DB-3F5C-4981-889F-14339E256480}" type="presParOf" srcId="{DA0A8531-84DA-4C5B-9EE9-4439F25BC6C4}" destId="{300D6A19-C988-42B9-8018-11E69A69986D}" srcOrd="6" destOrd="0" presId="urn:microsoft.com/office/officeart/2005/8/layout/default"/>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91415679-E392-4674-A5FA-252F85A4AEA6}" type="doc">
      <dgm:prSet loTypeId="urn:microsoft.com/office/officeart/2005/8/layout/default" loCatId="list" qsTypeId="urn:microsoft.com/office/officeart/2005/8/quickstyle/3d7" qsCatId="3D" csTypeId="urn:microsoft.com/office/officeart/2005/8/colors/accent1_2" csCatId="accent1" phldr="1"/>
      <dgm:spPr/>
      <dgm:t>
        <a:bodyPr/>
        <a:lstStyle/>
        <a:p>
          <a:pPr rtl="1"/>
          <a:endParaRPr lang="fa-IR"/>
        </a:p>
      </dgm:t>
    </dgm:pt>
    <dgm:pt modelId="{053C4B59-21D2-4E71-877C-AE93EF381522}">
      <dgm:prSet phldrT="[Text]" custT="1"/>
      <dgm:spPr/>
      <dgm:t>
        <a:bodyPr/>
        <a:lstStyle/>
        <a:p>
          <a:pPr rtl="1"/>
          <a:r>
            <a:rPr lang="en-US" sz="5700" kern="1200" dirty="0">
              <a:latin typeface="Vazirmatn Light" pitchFamily="2" charset="-78"/>
              <a:cs typeface="Vazirmatn Light" pitchFamily="2" charset="-78"/>
            </a:rPr>
            <a:t>ht</a:t>
          </a:r>
          <a:r>
            <a:rPr lang="en-US" sz="5700" kern="1200" dirty="0">
              <a:solidFill>
                <a:prstClr val="black"/>
              </a:solidFill>
              <a:latin typeface="Vazirmatn Light" pitchFamily="2" charset="-78"/>
              <a:ea typeface="+mn-ea"/>
              <a:cs typeface="Vazirmatn Light" pitchFamily="2" charset="-78"/>
            </a:rPr>
            <a:t>m</a:t>
          </a:r>
          <a:r>
            <a:rPr lang="en-US" sz="5700" kern="1200" dirty="0">
              <a:latin typeface="Vazirmatn Light" pitchFamily="2" charset="-78"/>
              <a:cs typeface="Vazirmatn Light" pitchFamily="2" charset="-78"/>
            </a:rPr>
            <a:t>l</a:t>
          </a:r>
          <a:endParaRPr lang="fa-IR" sz="5700" kern="1200" dirty="0">
            <a:latin typeface="Vazirmatn Light" pitchFamily="2" charset="-78"/>
            <a:cs typeface="Vazirmatn Light" pitchFamily="2" charset="-78"/>
          </a:endParaRPr>
        </a:p>
      </dgm:t>
    </dgm:pt>
    <dgm:pt modelId="{5A021C84-FEBC-44B0-A0D7-2D331F67E35F}" type="parTrans" cxnId="{561AA32F-2C5B-46D9-91E1-785E869684B8}">
      <dgm:prSet/>
      <dgm:spPr/>
      <dgm:t>
        <a:bodyPr/>
        <a:lstStyle/>
        <a:p>
          <a:pPr rtl="1"/>
          <a:endParaRPr lang="fa-IR"/>
        </a:p>
      </dgm:t>
    </dgm:pt>
    <dgm:pt modelId="{1B9DAECC-D5FF-4DAD-AF02-86B519FC7ACA}" type="sibTrans" cxnId="{561AA32F-2C5B-46D9-91E1-785E869684B8}">
      <dgm:prSet/>
      <dgm:spPr/>
      <dgm:t>
        <a:bodyPr/>
        <a:lstStyle/>
        <a:p>
          <a:pPr rtl="1"/>
          <a:endParaRPr lang="fa-IR"/>
        </a:p>
      </dgm:t>
    </dgm:pt>
    <dgm:pt modelId="{C2B33EE4-1473-4448-9768-CF84F35950F1}">
      <dgm:prSet phldrT="[Text]"/>
      <dgm:spPr/>
      <dgm:t>
        <a:bodyPr/>
        <a:lstStyle/>
        <a:p>
          <a:pPr rtl="1"/>
          <a:r>
            <a:rPr lang="en-US" dirty="0" err="1">
              <a:latin typeface="Vazirmatn Light" pitchFamily="2" charset="-78"/>
              <a:cs typeface="Vazirmatn Light" pitchFamily="2" charset="-78"/>
            </a:rPr>
            <a:t>css</a:t>
          </a:r>
          <a:endParaRPr lang="fa-IR" dirty="0">
            <a:latin typeface="Vazirmatn Light" pitchFamily="2" charset="-78"/>
            <a:cs typeface="Vazirmatn Light" pitchFamily="2" charset="-78"/>
          </a:endParaRPr>
        </a:p>
      </dgm:t>
    </dgm:pt>
    <dgm:pt modelId="{135B647A-9CA3-46A2-8A9E-83AD0623B487}" type="parTrans" cxnId="{E0E64B86-E553-473C-9873-E0EF6CF31B0A}">
      <dgm:prSet/>
      <dgm:spPr/>
      <dgm:t>
        <a:bodyPr/>
        <a:lstStyle/>
        <a:p>
          <a:pPr rtl="1"/>
          <a:endParaRPr lang="fa-IR"/>
        </a:p>
      </dgm:t>
    </dgm:pt>
    <dgm:pt modelId="{20DEA1D4-0661-409B-9B55-0ECA29FD4C5A}" type="sibTrans" cxnId="{E0E64B86-E553-473C-9873-E0EF6CF31B0A}">
      <dgm:prSet/>
      <dgm:spPr/>
      <dgm:t>
        <a:bodyPr/>
        <a:lstStyle/>
        <a:p>
          <a:pPr rtl="1"/>
          <a:endParaRPr lang="fa-IR"/>
        </a:p>
      </dgm:t>
    </dgm:pt>
    <dgm:pt modelId="{5668F03D-F8E1-4991-A9C7-BE987D5060C4}">
      <dgm:prSet phldrT="[Text]"/>
      <dgm:spPr/>
      <dgm:t>
        <a:bodyPr/>
        <a:lstStyle/>
        <a:p>
          <a:pPr rtl="1"/>
          <a:r>
            <a:rPr lang="en-US" dirty="0" err="1">
              <a:latin typeface="Vazirmatn Light" pitchFamily="2" charset="-78"/>
              <a:cs typeface="Vazirmatn Light" pitchFamily="2" charset="-78"/>
            </a:rPr>
            <a:t>javascript</a:t>
          </a:r>
          <a:endParaRPr lang="fa-IR" dirty="0">
            <a:latin typeface="Vazirmatn Light" pitchFamily="2" charset="-78"/>
            <a:cs typeface="Vazirmatn Light" pitchFamily="2" charset="-78"/>
          </a:endParaRPr>
        </a:p>
      </dgm:t>
    </dgm:pt>
    <dgm:pt modelId="{3DD7E2A6-C6D0-4A48-9363-20D0024D588C}" type="parTrans" cxnId="{2429132A-5128-4B24-9930-9EEBEE9FC831}">
      <dgm:prSet/>
      <dgm:spPr/>
      <dgm:t>
        <a:bodyPr/>
        <a:lstStyle/>
        <a:p>
          <a:pPr rtl="1"/>
          <a:endParaRPr lang="fa-IR"/>
        </a:p>
      </dgm:t>
    </dgm:pt>
    <dgm:pt modelId="{749EDDEC-29B1-4369-B9C7-6CCE9A929B67}" type="sibTrans" cxnId="{2429132A-5128-4B24-9930-9EEBEE9FC831}">
      <dgm:prSet/>
      <dgm:spPr/>
      <dgm:t>
        <a:bodyPr/>
        <a:lstStyle/>
        <a:p>
          <a:pPr rtl="1"/>
          <a:endParaRPr lang="fa-IR"/>
        </a:p>
      </dgm:t>
    </dgm:pt>
    <dgm:pt modelId="{1727173B-8E36-468F-916D-0688A507BCEE}">
      <dgm:prSet phldrT="[Text]"/>
      <dgm:spPr/>
      <dgm:t>
        <a:bodyPr/>
        <a:lstStyle/>
        <a:p>
          <a:pPr rtl="1"/>
          <a:r>
            <a:rPr lang="en-US" dirty="0">
              <a:latin typeface="Vazirmatn Light" pitchFamily="2" charset="-78"/>
              <a:cs typeface="Vazirmatn Light" pitchFamily="2" charset="-78"/>
            </a:rPr>
            <a:t>python</a:t>
          </a:r>
          <a:endParaRPr lang="fa-IR" dirty="0">
            <a:latin typeface="Vazirmatn Light" pitchFamily="2" charset="-78"/>
            <a:cs typeface="Vazirmatn Light" pitchFamily="2" charset="-78"/>
          </a:endParaRPr>
        </a:p>
      </dgm:t>
    </dgm:pt>
    <dgm:pt modelId="{5B8E0B27-8B36-4B94-9D87-6139DFCF5CA1}" type="parTrans" cxnId="{C80D9734-C4ED-4C95-A7B6-211630E7F272}">
      <dgm:prSet/>
      <dgm:spPr/>
      <dgm:t>
        <a:bodyPr/>
        <a:lstStyle/>
        <a:p>
          <a:pPr rtl="1"/>
          <a:endParaRPr lang="fa-IR"/>
        </a:p>
      </dgm:t>
    </dgm:pt>
    <dgm:pt modelId="{A228E8B6-EBCF-49BD-BCC9-2A802FB7E06D}" type="sibTrans" cxnId="{C80D9734-C4ED-4C95-A7B6-211630E7F272}">
      <dgm:prSet/>
      <dgm:spPr/>
      <dgm:t>
        <a:bodyPr/>
        <a:lstStyle/>
        <a:p>
          <a:pPr rtl="1"/>
          <a:endParaRPr lang="fa-IR"/>
        </a:p>
      </dgm:t>
    </dgm:pt>
    <dgm:pt modelId="{DA0A8531-84DA-4C5B-9EE9-4439F25BC6C4}" type="pres">
      <dgm:prSet presAssocID="{91415679-E392-4674-A5FA-252F85A4AEA6}" presName="diagram" presStyleCnt="0">
        <dgm:presLayoutVars>
          <dgm:dir/>
          <dgm:resizeHandles val="exact"/>
        </dgm:presLayoutVars>
      </dgm:prSet>
      <dgm:spPr/>
    </dgm:pt>
    <dgm:pt modelId="{ADE4F38A-5A25-4450-9B22-9AA9F0F6A7E5}" type="pres">
      <dgm:prSet presAssocID="{053C4B59-21D2-4E71-877C-AE93EF381522}" presName="node" presStyleLbl="node1" presStyleIdx="0" presStyleCnt="4">
        <dgm:presLayoutVars>
          <dgm:bulletEnabled val="1"/>
        </dgm:presLayoutVars>
      </dgm:prSet>
      <dgm:spPr/>
    </dgm:pt>
    <dgm:pt modelId="{19501B62-C32E-4FBF-9A1D-09DCF412C6C8}" type="pres">
      <dgm:prSet presAssocID="{1B9DAECC-D5FF-4DAD-AF02-86B519FC7ACA}" presName="sibTrans" presStyleCnt="0"/>
      <dgm:spPr/>
    </dgm:pt>
    <dgm:pt modelId="{948E65FC-DC11-41E0-B760-45557AA0AD82}" type="pres">
      <dgm:prSet presAssocID="{C2B33EE4-1473-4448-9768-CF84F35950F1}" presName="node" presStyleLbl="node1" presStyleIdx="1" presStyleCnt="4">
        <dgm:presLayoutVars>
          <dgm:bulletEnabled val="1"/>
        </dgm:presLayoutVars>
      </dgm:prSet>
      <dgm:spPr/>
    </dgm:pt>
    <dgm:pt modelId="{2998EA88-BF0F-4ABD-874E-A9C343B14E32}" type="pres">
      <dgm:prSet presAssocID="{20DEA1D4-0661-409B-9B55-0ECA29FD4C5A}" presName="sibTrans" presStyleCnt="0"/>
      <dgm:spPr/>
    </dgm:pt>
    <dgm:pt modelId="{AF321547-E2C1-4BC5-92F8-CA330AD044DE}" type="pres">
      <dgm:prSet presAssocID="{5668F03D-F8E1-4991-A9C7-BE987D5060C4}" presName="node" presStyleLbl="node1" presStyleIdx="2" presStyleCnt="4">
        <dgm:presLayoutVars>
          <dgm:bulletEnabled val="1"/>
        </dgm:presLayoutVars>
      </dgm:prSet>
      <dgm:spPr/>
    </dgm:pt>
    <dgm:pt modelId="{804DDC75-3ABE-403D-A130-40735D806F0B}" type="pres">
      <dgm:prSet presAssocID="{749EDDEC-29B1-4369-B9C7-6CCE9A929B67}" presName="sibTrans" presStyleCnt="0"/>
      <dgm:spPr/>
    </dgm:pt>
    <dgm:pt modelId="{300D6A19-C988-42B9-8018-11E69A69986D}" type="pres">
      <dgm:prSet presAssocID="{1727173B-8E36-468F-916D-0688A507BCEE}" presName="node" presStyleLbl="node1" presStyleIdx="3" presStyleCnt="4">
        <dgm:presLayoutVars>
          <dgm:bulletEnabled val="1"/>
        </dgm:presLayoutVars>
      </dgm:prSet>
      <dgm:spPr/>
    </dgm:pt>
  </dgm:ptLst>
  <dgm:cxnLst>
    <dgm:cxn modelId="{2429132A-5128-4B24-9930-9EEBEE9FC831}" srcId="{91415679-E392-4674-A5FA-252F85A4AEA6}" destId="{5668F03D-F8E1-4991-A9C7-BE987D5060C4}" srcOrd="2" destOrd="0" parTransId="{3DD7E2A6-C6D0-4A48-9363-20D0024D588C}" sibTransId="{749EDDEC-29B1-4369-B9C7-6CCE9A929B67}"/>
    <dgm:cxn modelId="{561AA32F-2C5B-46D9-91E1-785E869684B8}" srcId="{91415679-E392-4674-A5FA-252F85A4AEA6}" destId="{053C4B59-21D2-4E71-877C-AE93EF381522}" srcOrd="0" destOrd="0" parTransId="{5A021C84-FEBC-44B0-A0D7-2D331F67E35F}" sibTransId="{1B9DAECC-D5FF-4DAD-AF02-86B519FC7ACA}"/>
    <dgm:cxn modelId="{C80D9734-C4ED-4C95-A7B6-211630E7F272}" srcId="{91415679-E392-4674-A5FA-252F85A4AEA6}" destId="{1727173B-8E36-468F-916D-0688A507BCEE}" srcOrd="3" destOrd="0" parTransId="{5B8E0B27-8B36-4B94-9D87-6139DFCF5CA1}" sibTransId="{A228E8B6-EBCF-49BD-BCC9-2A802FB7E06D}"/>
    <dgm:cxn modelId="{7D13536E-10D7-4088-8F74-E7407D0699B9}" type="presOf" srcId="{1727173B-8E36-468F-916D-0688A507BCEE}" destId="{300D6A19-C988-42B9-8018-11E69A69986D}" srcOrd="0" destOrd="0" presId="urn:microsoft.com/office/officeart/2005/8/layout/default"/>
    <dgm:cxn modelId="{D33C7151-9052-4B4A-9CD3-97AF6EAC2226}" type="presOf" srcId="{91415679-E392-4674-A5FA-252F85A4AEA6}" destId="{DA0A8531-84DA-4C5B-9EE9-4439F25BC6C4}" srcOrd="0" destOrd="0" presId="urn:microsoft.com/office/officeart/2005/8/layout/default"/>
    <dgm:cxn modelId="{E0E64B86-E553-473C-9873-E0EF6CF31B0A}" srcId="{91415679-E392-4674-A5FA-252F85A4AEA6}" destId="{C2B33EE4-1473-4448-9768-CF84F35950F1}" srcOrd="1" destOrd="0" parTransId="{135B647A-9CA3-46A2-8A9E-83AD0623B487}" sibTransId="{20DEA1D4-0661-409B-9B55-0ECA29FD4C5A}"/>
    <dgm:cxn modelId="{867E72C8-6C83-4ACB-8AF5-1ECA1953CAA7}" type="presOf" srcId="{C2B33EE4-1473-4448-9768-CF84F35950F1}" destId="{948E65FC-DC11-41E0-B760-45557AA0AD82}" srcOrd="0" destOrd="0" presId="urn:microsoft.com/office/officeart/2005/8/layout/default"/>
    <dgm:cxn modelId="{A381A2C9-D3E5-427F-960F-24BF39F14839}" type="presOf" srcId="{5668F03D-F8E1-4991-A9C7-BE987D5060C4}" destId="{AF321547-E2C1-4BC5-92F8-CA330AD044DE}" srcOrd="0" destOrd="0" presId="urn:microsoft.com/office/officeart/2005/8/layout/default"/>
    <dgm:cxn modelId="{277C6DFF-F150-4D47-B0AE-758103F98662}" type="presOf" srcId="{053C4B59-21D2-4E71-877C-AE93EF381522}" destId="{ADE4F38A-5A25-4450-9B22-9AA9F0F6A7E5}" srcOrd="0" destOrd="0" presId="urn:microsoft.com/office/officeart/2005/8/layout/default"/>
    <dgm:cxn modelId="{3957C37E-D4DA-4EDD-8B78-A23CF41AA92D}" type="presParOf" srcId="{DA0A8531-84DA-4C5B-9EE9-4439F25BC6C4}" destId="{ADE4F38A-5A25-4450-9B22-9AA9F0F6A7E5}" srcOrd="0" destOrd="0" presId="urn:microsoft.com/office/officeart/2005/8/layout/default"/>
    <dgm:cxn modelId="{3F22D8AC-5971-48C5-830A-8D39FA8D9594}" type="presParOf" srcId="{DA0A8531-84DA-4C5B-9EE9-4439F25BC6C4}" destId="{19501B62-C32E-4FBF-9A1D-09DCF412C6C8}" srcOrd="1" destOrd="0" presId="urn:microsoft.com/office/officeart/2005/8/layout/default"/>
    <dgm:cxn modelId="{F50FB29F-6E27-473C-8873-4E8C9DADCAD0}" type="presParOf" srcId="{DA0A8531-84DA-4C5B-9EE9-4439F25BC6C4}" destId="{948E65FC-DC11-41E0-B760-45557AA0AD82}" srcOrd="2" destOrd="0" presId="urn:microsoft.com/office/officeart/2005/8/layout/default"/>
    <dgm:cxn modelId="{B6B5638F-5823-4B00-8DDF-7000BAD6EC3F}" type="presParOf" srcId="{DA0A8531-84DA-4C5B-9EE9-4439F25BC6C4}" destId="{2998EA88-BF0F-4ABD-874E-A9C343B14E32}" srcOrd="3" destOrd="0" presId="urn:microsoft.com/office/officeart/2005/8/layout/default"/>
    <dgm:cxn modelId="{D8E8DD3A-920D-4014-AA38-6AEC94D3F8BC}" type="presParOf" srcId="{DA0A8531-84DA-4C5B-9EE9-4439F25BC6C4}" destId="{AF321547-E2C1-4BC5-92F8-CA330AD044DE}" srcOrd="4" destOrd="0" presId="urn:microsoft.com/office/officeart/2005/8/layout/default"/>
    <dgm:cxn modelId="{9C964070-AC18-4B66-BB37-F3C38A909E9D}" type="presParOf" srcId="{DA0A8531-84DA-4C5B-9EE9-4439F25BC6C4}" destId="{804DDC75-3ABE-403D-A130-40735D806F0B}" srcOrd="5" destOrd="0" presId="urn:microsoft.com/office/officeart/2005/8/layout/default"/>
    <dgm:cxn modelId="{10D1D1DB-3F5C-4981-889F-14339E256480}" type="presParOf" srcId="{DA0A8531-84DA-4C5B-9EE9-4439F25BC6C4}" destId="{300D6A19-C988-42B9-8018-11E69A69986D}" srcOrd="6"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91415679-E392-4674-A5FA-252F85A4AEA6}" type="doc">
      <dgm:prSet loTypeId="urn:microsoft.com/office/officeart/2005/8/layout/default" loCatId="list" qsTypeId="urn:microsoft.com/office/officeart/2005/8/quickstyle/3d4" qsCatId="3D" csTypeId="urn:microsoft.com/office/officeart/2005/8/colors/accent1_2" csCatId="accent1" phldr="1"/>
      <dgm:spPr/>
      <dgm:t>
        <a:bodyPr/>
        <a:lstStyle/>
        <a:p>
          <a:pPr rtl="1"/>
          <a:endParaRPr lang="fa-IR"/>
        </a:p>
      </dgm:t>
    </dgm:pt>
    <dgm:pt modelId="{053C4B59-21D2-4E71-877C-AE93EF381522}">
      <dgm:prSet phldrT="[Text]" custT="1"/>
      <dgm:spPr/>
      <dgm:t>
        <a:bodyPr/>
        <a:lstStyle/>
        <a:p>
          <a:pPr rtl="1"/>
          <a:r>
            <a:rPr lang="fa-IR" sz="4400" kern="1200" dirty="0">
              <a:latin typeface="Vazirmatn Light" pitchFamily="2" charset="-78"/>
              <a:cs typeface="Vazirmatn Light" pitchFamily="2" charset="-78"/>
            </a:rPr>
            <a:t>ثبت نام و ورود</a:t>
          </a:r>
        </a:p>
      </dgm:t>
    </dgm:pt>
    <dgm:pt modelId="{5A021C84-FEBC-44B0-A0D7-2D331F67E35F}" type="parTrans" cxnId="{561AA32F-2C5B-46D9-91E1-785E869684B8}">
      <dgm:prSet/>
      <dgm:spPr/>
      <dgm:t>
        <a:bodyPr/>
        <a:lstStyle/>
        <a:p>
          <a:pPr rtl="1"/>
          <a:endParaRPr lang="fa-IR"/>
        </a:p>
      </dgm:t>
    </dgm:pt>
    <dgm:pt modelId="{1B9DAECC-D5FF-4DAD-AF02-86B519FC7ACA}" type="sibTrans" cxnId="{561AA32F-2C5B-46D9-91E1-785E869684B8}">
      <dgm:prSet/>
      <dgm:spPr/>
      <dgm:t>
        <a:bodyPr/>
        <a:lstStyle/>
        <a:p>
          <a:pPr rtl="1"/>
          <a:endParaRPr lang="fa-IR"/>
        </a:p>
      </dgm:t>
    </dgm:pt>
    <dgm:pt modelId="{C2B33EE4-1473-4448-9768-CF84F35950F1}">
      <dgm:prSet phldrT="[Text]"/>
      <dgm:spPr/>
      <dgm:t>
        <a:bodyPr/>
        <a:lstStyle/>
        <a:p>
          <a:pPr rtl="1"/>
          <a:r>
            <a:rPr lang="fa-IR" dirty="0">
              <a:latin typeface="Vazirmatn Light" pitchFamily="2" charset="-78"/>
              <a:cs typeface="Vazirmatn Light" pitchFamily="2" charset="-78"/>
            </a:rPr>
            <a:t>آزمایش ها</a:t>
          </a:r>
        </a:p>
      </dgm:t>
    </dgm:pt>
    <dgm:pt modelId="{135B647A-9CA3-46A2-8A9E-83AD0623B487}" type="parTrans" cxnId="{E0E64B86-E553-473C-9873-E0EF6CF31B0A}">
      <dgm:prSet/>
      <dgm:spPr/>
      <dgm:t>
        <a:bodyPr/>
        <a:lstStyle/>
        <a:p>
          <a:pPr rtl="1"/>
          <a:endParaRPr lang="fa-IR"/>
        </a:p>
      </dgm:t>
    </dgm:pt>
    <dgm:pt modelId="{20DEA1D4-0661-409B-9B55-0ECA29FD4C5A}" type="sibTrans" cxnId="{E0E64B86-E553-473C-9873-E0EF6CF31B0A}">
      <dgm:prSet/>
      <dgm:spPr/>
      <dgm:t>
        <a:bodyPr/>
        <a:lstStyle/>
        <a:p>
          <a:pPr rtl="1"/>
          <a:endParaRPr lang="fa-IR"/>
        </a:p>
      </dgm:t>
    </dgm:pt>
    <dgm:pt modelId="{5668F03D-F8E1-4991-A9C7-BE987D5060C4}">
      <dgm:prSet phldrT="[Text]"/>
      <dgm:spPr/>
      <dgm:t>
        <a:bodyPr/>
        <a:lstStyle/>
        <a:p>
          <a:pPr rtl="1"/>
          <a:r>
            <a:rPr lang="fa-IR" dirty="0">
              <a:latin typeface="Vazirmatn Light" pitchFamily="2" charset="-78"/>
              <a:cs typeface="Vazirmatn Light" pitchFamily="2" charset="-78"/>
            </a:rPr>
            <a:t>سازندگان</a:t>
          </a:r>
        </a:p>
      </dgm:t>
    </dgm:pt>
    <dgm:pt modelId="{3DD7E2A6-C6D0-4A48-9363-20D0024D588C}" type="parTrans" cxnId="{2429132A-5128-4B24-9930-9EEBEE9FC831}">
      <dgm:prSet/>
      <dgm:spPr/>
      <dgm:t>
        <a:bodyPr/>
        <a:lstStyle/>
        <a:p>
          <a:pPr rtl="1"/>
          <a:endParaRPr lang="fa-IR"/>
        </a:p>
      </dgm:t>
    </dgm:pt>
    <dgm:pt modelId="{749EDDEC-29B1-4369-B9C7-6CCE9A929B67}" type="sibTrans" cxnId="{2429132A-5128-4B24-9930-9EEBEE9FC831}">
      <dgm:prSet/>
      <dgm:spPr/>
      <dgm:t>
        <a:bodyPr/>
        <a:lstStyle/>
        <a:p>
          <a:pPr rtl="1"/>
          <a:endParaRPr lang="fa-IR"/>
        </a:p>
      </dgm:t>
    </dgm:pt>
    <dgm:pt modelId="{1727173B-8E36-468F-916D-0688A507BCEE}">
      <dgm:prSet phldrT="[Text]"/>
      <dgm:spPr/>
      <dgm:t>
        <a:bodyPr/>
        <a:lstStyle/>
        <a:p>
          <a:pPr rtl="1"/>
          <a:r>
            <a:rPr lang="fa-IR" dirty="0">
              <a:latin typeface="Vazirmatn Light" pitchFamily="2" charset="-78"/>
              <a:cs typeface="Vazirmatn Light" pitchFamily="2" charset="-78"/>
            </a:rPr>
            <a:t>ارتباط با ما</a:t>
          </a:r>
        </a:p>
      </dgm:t>
    </dgm:pt>
    <dgm:pt modelId="{5B8E0B27-8B36-4B94-9D87-6139DFCF5CA1}" type="parTrans" cxnId="{C80D9734-C4ED-4C95-A7B6-211630E7F272}">
      <dgm:prSet/>
      <dgm:spPr/>
      <dgm:t>
        <a:bodyPr/>
        <a:lstStyle/>
        <a:p>
          <a:pPr rtl="1"/>
          <a:endParaRPr lang="fa-IR"/>
        </a:p>
      </dgm:t>
    </dgm:pt>
    <dgm:pt modelId="{A228E8B6-EBCF-49BD-BCC9-2A802FB7E06D}" type="sibTrans" cxnId="{C80D9734-C4ED-4C95-A7B6-211630E7F272}">
      <dgm:prSet/>
      <dgm:spPr/>
      <dgm:t>
        <a:bodyPr/>
        <a:lstStyle/>
        <a:p>
          <a:pPr rtl="1"/>
          <a:endParaRPr lang="fa-IR"/>
        </a:p>
      </dgm:t>
    </dgm:pt>
    <dgm:pt modelId="{DA0A8531-84DA-4C5B-9EE9-4439F25BC6C4}" type="pres">
      <dgm:prSet presAssocID="{91415679-E392-4674-A5FA-252F85A4AEA6}" presName="diagram" presStyleCnt="0">
        <dgm:presLayoutVars>
          <dgm:dir/>
          <dgm:resizeHandles val="exact"/>
        </dgm:presLayoutVars>
      </dgm:prSet>
      <dgm:spPr/>
    </dgm:pt>
    <dgm:pt modelId="{ADE4F38A-5A25-4450-9B22-9AA9F0F6A7E5}" type="pres">
      <dgm:prSet presAssocID="{053C4B59-21D2-4E71-877C-AE93EF381522}" presName="node" presStyleLbl="node1" presStyleIdx="0" presStyleCnt="4">
        <dgm:presLayoutVars>
          <dgm:bulletEnabled val="1"/>
        </dgm:presLayoutVars>
      </dgm:prSet>
      <dgm:spPr/>
    </dgm:pt>
    <dgm:pt modelId="{19501B62-C32E-4FBF-9A1D-09DCF412C6C8}" type="pres">
      <dgm:prSet presAssocID="{1B9DAECC-D5FF-4DAD-AF02-86B519FC7ACA}" presName="sibTrans" presStyleCnt="0"/>
      <dgm:spPr/>
    </dgm:pt>
    <dgm:pt modelId="{948E65FC-DC11-41E0-B760-45557AA0AD82}" type="pres">
      <dgm:prSet presAssocID="{C2B33EE4-1473-4448-9768-CF84F35950F1}" presName="node" presStyleLbl="node1" presStyleIdx="1" presStyleCnt="4">
        <dgm:presLayoutVars>
          <dgm:bulletEnabled val="1"/>
        </dgm:presLayoutVars>
      </dgm:prSet>
      <dgm:spPr/>
    </dgm:pt>
    <dgm:pt modelId="{2998EA88-BF0F-4ABD-874E-A9C343B14E32}" type="pres">
      <dgm:prSet presAssocID="{20DEA1D4-0661-409B-9B55-0ECA29FD4C5A}" presName="sibTrans" presStyleCnt="0"/>
      <dgm:spPr/>
    </dgm:pt>
    <dgm:pt modelId="{AF321547-E2C1-4BC5-92F8-CA330AD044DE}" type="pres">
      <dgm:prSet presAssocID="{5668F03D-F8E1-4991-A9C7-BE987D5060C4}" presName="node" presStyleLbl="node1" presStyleIdx="2" presStyleCnt="4">
        <dgm:presLayoutVars>
          <dgm:bulletEnabled val="1"/>
        </dgm:presLayoutVars>
      </dgm:prSet>
      <dgm:spPr/>
    </dgm:pt>
    <dgm:pt modelId="{804DDC75-3ABE-403D-A130-40735D806F0B}" type="pres">
      <dgm:prSet presAssocID="{749EDDEC-29B1-4369-B9C7-6CCE9A929B67}" presName="sibTrans" presStyleCnt="0"/>
      <dgm:spPr/>
    </dgm:pt>
    <dgm:pt modelId="{300D6A19-C988-42B9-8018-11E69A69986D}" type="pres">
      <dgm:prSet presAssocID="{1727173B-8E36-468F-916D-0688A507BCEE}" presName="node" presStyleLbl="node1" presStyleIdx="3" presStyleCnt="4">
        <dgm:presLayoutVars>
          <dgm:bulletEnabled val="1"/>
        </dgm:presLayoutVars>
      </dgm:prSet>
      <dgm:spPr/>
    </dgm:pt>
  </dgm:ptLst>
  <dgm:cxnLst>
    <dgm:cxn modelId="{2429132A-5128-4B24-9930-9EEBEE9FC831}" srcId="{91415679-E392-4674-A5FA-252F85A4AEA6}" destId="{5668F03D-F8E1-4991-A9C7-BE987D5060C4}" srcOrd="2" destOrd="0" parTransId="{3DD7E2A6-C6D0-4A48-9363-20D0024D588C}" sibTransId="{749EDDEC-29B1-4369-B9C7-6CCE9A929B67}"/>
    <dgm:cxn modelId="{561AA32F-2C5B-46D9-91E1-785E869684B8}" srcId="{91415679-E392-4674-A5FA-252F85A4AEA6}" destId="{053C4B59-21D2-4E71-877C-AE93EF381522}" srcOrd="0" destOrd="0" parTransId="{5A021C84-FEBC-44B0-A0D7-2D331F67E35F}" sibTransId="{1B9DAECC-D5FF-4DAD-AF02-86B519FC7ACA}"/>
    <dgm:cxn modelId="{C80D9734-C4ED-4C95-A7B6-211630E7F272}" srcId="{91415679-E392-4674-A5FA-252F85A4AEA6}" destId="{1727173B-8E36-468F-916D-0688A507BCEE}" srcOrd="3" destOrd="0" parTransId="{5B8E0B27-8B36-4B94-9D87-6139DFCF5CA1}" sibTransId="{A228E8B6-EBCF-49BD-BCC9-2A802FB7E06D}"/>
    <dgm:cxn modelId="{7D13536E-10D7-4088-8F74-E7407D0699B9}" type="presOf" srcId="{1727173B-8E36-468F-916D-0688A507BCEE}" destId="{300D6A19-C988-42B9-8018-11E69A69986D}" srcOrd="0" destOrd="0" presId="urn:microsoft.com/office/officeart/2005/8/layout/default"/>
    <dgm:cxn modelId="{D33C7151-9052-4B4A-9CD3-97AF6EAC2226}" type="presOf" srcId="{91415679-E392-4674-A5FA-252F85A4AEA6}" destId="{DA0A8531-84DA-4C5B-9EE9-4439F25BC6C4}" srcOrd="0" destOrd="0" presId="urn:microsoft.com/office/officeart/2005/8/layout/default"/>
    <dgm:cxn modelId="{E0E64B86-E553-473C-9873-E0EF6CF31B0A}" srcId="{91415679-E392-4674-A5FA-252F85A4AEA6}" destId="{C2B33EE4-1473-4448-9768-CF84F35950F1}" srcOrd="1" destOrd="0" parTransId="{135B647A-9CA3-46A2-8A9E-83AD0623B487}" sibTransId="{20DEA1D4-0661-409B-9B55-0ECA29FD4C5A}"/>
    <dgm:cxn modelId="{867E72C8-6C83-4ACB-8AF5-1ECA1953CAA7}" type="presOf" srcId="{C2B33EE4-1473-4448-9768-CF84F35950F1}" destId="{948E65FC-DC11-41E0-B760-45557AA0AD82}" srcOrd="0" destOrd="0" presId="urn:microsoft.com/office/officeart/2005/8/layout/default"/>
    <dgm:cxn modelId="{A381A2C9-D3E5-427F-960F-24BF39F14839}" type="presOf" srcId="{5668F03D-F8E1-4991-A9C7-BE987D5060C4}" destId="{AF321547-E2C1-4BC5-92F8-CA330AD044DE}" srcOrd="0" destOrd="0" presId="urn:microsoft.com/office/officeart/2005/8/layout/default"/>
    <dgm:cxn modelId="{277C6DFF-F150-4D47-B0AE-758103F98662}" type="presOf" srcId="{053C4B59-21D2-4E71-877C-AE93EF381522}" destId="{ADE4F38A-5A25-4450-9B22-9AA9F0F6A7E5}" srcOrd="0" destOrd="0" presId="urn:microsoft.com/office/officeart/2005/8/layout/default"/>
    <dgm:cxn modelId="{3957C37E-D4DA-4EDD-8B78-A23CF41AA92D}" type="presParOf" srcId="{DA0A8531-84DA-4C5B-9EE9-4439F25BC6C4}" destId="{ADE4F38A-5A25-4450-9B22-9AA9F0F6A7E5}" srcOrd="0" destOrd="0" presId="urn:microsoft.com/office/officeart/2005/8/layout/default"/>
    <dgm:cxn modelId="{3F22D8AC-5971-48C5-830A-8D39FA8D9594}" type="presParOf" srcId="{DA0A8531-84DA-4C5B-9EE9-4439F25BC6C4}" destId="{19501B62-C32E-4FBF-9A1D-09DCF412C6C8}" srcOrd="1" destOrd="0" presId="urn:microsoft.com/office/officeart/2005/8/layout/default"/>
    <dgm:cxn modelId="{F50FB29F-6E27-473C-8873-4E8C9DADCAD0}" type="presParOf" srcId="{DA0A8531-84DA-4C5B-9EE9-4439F25BC6C4}" destId="{948E65FC-DC11-41E0-B760-45557AA0AD82}" srcOrd="2" destOrd="0" presId="urn:microsoft.com/office/officeart/2005/8/layout/default"/>
    <dgm:cxn modelId="{B6B5638F-5823-4B00-8DDF-7000BAD6EC3F}" type="presParOf" srcId="{DA0A8531-84DA-4C5B-9EE9-4439F25BC6C4}" destId="{2998EA88-BF0F-4ABD-874E-A9C343B14E32}" srcOrd="3" destOrd="0" presId="urn:microsoft.com/office/officeart/2005/8/layout/default"/>
    <dgm:cxn modelId="{D8E8DD3A-920D-4014-AA38-6AEC94D3F8BC}" type="presParOf" srcId="{DA0A8531-84DA-4C5B-9EE9-4439F25BC6C4}" destId="{AF321547-E2C1-4BC5-92F8-CA330AD044DE}" srcOrd="4" destOrd="0" presId="urn:microsoft.com/office/officeart/2005/8/layout/default"/>
    <dgm:cxn modelId="{9C964070-AC18-4B66-BB37-F3C38A909E9D}" type="presParOf" srcId="{DA0A8531-84DA-4C5B-9EE9-4439F25BC6C4}" destId="{804DDC75-3ABE-403D-A130-40735D806F0B}" srcOrd="5" destOrd="0" presId="urn:microsoft.com/office/officeart/2005/8/layout/default"/>
    <dgm:cxn modelId="{10D1D1DB-3F5C-4981-889F-14339E256480}" type="presParOf" srcId="{DA0A8531-84DA-4C5B-9EE9-4439F25BC6C4}" destId="{300D6A19-C988-42B9-8018-11E69A69986D}" srcOrd="6" destOrd="0" presId="urn:microsoft.com/office/officeart/2005/8/layout/default"/>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91415679-E392-4674-A5FA-252F85A4AEA6}" type="doc">
      <dgm:prSet loTypeId="urn:microsoft.com/office/officeart/2005/8/layout/default" loCatId="list" qsTypeId="urn:microsoft.com/office/officeart/2005/8/quickstyle/3d7" qsCatId="3D" csTypeId="urn:microsoft.com/office/officeart/2005/8/colors/accent1_2" csCatId="accent1" phldr="1"/>
      <dgm:spPr/>
      <dgm:t>
        <a:bodyPr/>
        <a:lstStyle/>
        <a:p>
          <a:pPr rtl="1"/>
          <a:endParaRPr lang="fa-IR"/>
        </a:p>
      </dgm:t>
    </dgm:pt>
    <dgm:pt modelId="{053C4B59-21D2-4E71-877C-AE93EF381522}">
      <dgm:prSet phldrT="[Text]" custT="1"/>
      <dgm:spPr/>
      <dgm:t>
        <a:bodyPr/>
        <a:lstStyle/>
        <a:p>
          <a:pPr rtl="1"/>
          <a:r>
            <a:rPr lang="en-US" sz="5700" kern="1200" dirty="0">
              <a:latin typeface="Vazirmatn Light" pitchFamily="2" charset="-78"/>
              <a:cs typeface="Vazirmatn Light" pitchFamily="2" charset="-78"/>
            </a:rPr>
            <a:t>ht</a:t>
          </a:r>
          <a:r>
            <a:rPr lang="en-US" sz="5700" kern="1200" dirty="0">
              <a:solidFill>
                <a:prstClr val="black"/>
              </a:solidFill>
              <a:latin typeface="Vazirmatn Light" pitchFamily="2" charset="-78"/>
              <a:ea typeface="+mn-ea"/>
              <a:cs typeface="Vazirmatn Light" pitchFamily="2" charset="-78"/>
            </a:rPr>
            <a:t>m</a:t>
          </a:r>
          <a:r>
            <a:rPr lang="en-US" sz="5700" kern="1200" dirty="0">
              <a:latin typeface="Vazirmatn Light" pitchFamily="2" charset="-78"/>
              <a:cs typeface="Vazirmatn Light" pitchFamily="2" charset="-78"/>
            </a:rPr>
            <a:t>l</a:t>
          </a:r>
          <a:endParaRPr lang="fa-IR" sz="5700" kern="1200" dirty="0">
            <a:latin typeface="Vazirmatn Light" pitchFamily="2" charset="-78"/>
            <a:cs typeface="Vazirmatn Light" pitchFamily="2" charset="-78"/>
          </a:endParaRPr>
        </a:p>
      </dgm:t>
    </dgm:pt>
    <dgm:pt modelId="{5A021C84-FEBC-44B0-A0D7-2D331F67E35F}" type="parTrans" cxnId="{561AA32F-2C5B-46D9-91E1-785E869684B8}">
      <dgm:prSet/>
      <dgm:spPr/>
      <dgm:t>
        <a:bodyPr/>
        <a:lstStyle/>
        <a:p>
          <a:pPr rtl="1"/>
          <a:endParaRPr lang="fa-IR"/>
        </a:p>
      </dgm:t>
    </dgm:pt>
    <dgm:pt modelId="{1B9DAECC-D5FF-4DAD-AF02-86B519FC7ACA}" type="sibTrans" cxnId="{561AA32F-2C5B-46D9-91E1-785E869684B8}">
      <dgm:prSet/>
      <dgm:spPr/>
      <dgm:t>
        <a:bodyPr/>
        <a:lstStyle/>
        <a:p>
          <a:pPr rtl="1"/>
          <a:endParaRPr lang="fa-IR"/>
        </a:p>
      </dgm:t>
    </dgm:pt>
    <dgm:pt modelId="{C2B33EE4-1473-4448-9768-CF84F35950F1}">
      <dgm:prSet phldrT="[Text]"/>
      <dgm:spPr/>
      <dgm:t>
        <a:bodyPr/>
        <a:lstStyle/>
        <a:p>
          <a:pPr rtl="1"/>
          <a:r>
            <a:rPr lang="en-US" dirty="0" err="1">
              <a:latin typeface="Vazirmatn Light" pitchFamily="2" charset="-78"/>
              <a:cs typeface="Vazirmatn Light" pitchFamily="2" charset="-78"/>
            </a:rPr>
            <a:t>css</a:t>
          </a:r>
          <a:endParaRPr lang="fa-IR" dirty="0">
            <a:latin typeface="Vazirmatn Light" pitchFamily="2" charset="-78"/>
            <a:cs typeface="Vazirmatn Light" pitchFamily="2" charset="-78"/>
          </a:endParaRPr>
        </a:p>
      </dgm:t>
    </dgm:pt>
    <dgm:pt modelId="{135B647A-9CA3-46A2-8A9E-83AD0623B487}" type="parTrans" cxnId="{E0E64B86-E553-473C-9873-E0EF6CF31B0A}">
      <dgm:prSet/>
      <dgm:spPr/>
      <dgm:t>
        <a:bodyPr/>
        <a:lstStyle/>
        <a:p>
          <a:pPr rtl="1"/>
          <a:endParaRPr lang="fa-IR"/>
        </a:p>
      </dgm:t>
    </dgm:pt>
    <dgm:pt modelId="{20DEA1D4-0661-409B-9B55-0ECA29FD4C5A}" type="sibTrans" cxnId="{E0E64B86-E553-473C-9873-E0EF6CF31B0A}">
      <dgm:prSet/>
      <dgm:spPr/>
      <dgm:t>
        <a:bodyPr/>
        <a:lstStyle/>
        <a:p>
          <a:pPr rtl="1"/>
          <a:endParaRPr lang="fa-IR"/>
        </a:p>
      </dgm:t>
    </dgm:pt>
    <dgm:pt modelId="{5668F03D-F8E1-4991-A9C7-BE987D5060C4}">
      <dgm:prSet phldrT="[Text]"/>
      <dgm:spPr/>
      <dgm:t>
        <a:bodyPr/>
        <a:lstStyle/>
        <a:p>
          <a:pPr rtl="1"/>
          <a:r>
            <a:rPr lang="en-US" dirty="0" err="1">
              <a:latin typeface="Vazirmatn Light" pitchFamily="2" charset="-78"/>
              <a:cs typeface="Vazirmatn Light" pitchFamily="2" charset="-78"/>
            </a:rPr>
            <a:t>javascript</a:t>
          </a:r>
          <a:endParaRPr lang="fa-IR" dirty="0">
            <a:latin typeface="Vazirmatn Light" pitchFamily="2" charset="-78"/>
            <a:cs typeface="Vazirmatn Light" pitchFamily="2" charset="-78"/>
          </a:endParaRPr>
        </a:p>
      </dgm:t>
    </dgm:pt>
    <dgm:pt modelId="{3DD7E2A6-C6D0-4A48-9363-20D0024D588C}" type="parTrans" cxnId="{2429132A-5128-4B24-9930-9EEBEE9FC831}">
      <dgm:prSet/>
      <dgm:spPr/>
      <dgm:t>
        <a:bodyPr/>
        <a:lstStyle/>
        <a:p>
          <a:pPr rtl="1"/>
          <a:endParaRPr lang="fa-IR"/>
        </a:p>
      </dgm:t>
    </dgm:pt>
    <dgm:pt modelId="{749EDDEC-29B1-4369-B9C7-6CCE9A929B67}" type="sibTrans" cxnId="{2429132A-5128-4B24-9930-9EEBEE9FC831}">
      <dgm:prSet/>
      <dgm:spPr/>
      <dgm:t>
        <a:bodyPr/>
        <a:lstStyle/>
        <a:p>
          <a:pPr rtl="1"/>
          <a:endParaRPr lang="fa-IR"/>
        </a:p>
      </dgm:t>
    </dgm:pt>
    <dgm:pt modelId="{1727173B-8E36-468F-916D-0688A507BCEE}">
      <dgm:prSet phldrT="[Text]"/>
      <dgm:spPr/>
      <dgm:t>
        <a:bodyPr/>
        <a:lstStyle/>
        <a:p>
          <a:pPr rtl="1"/>
          <a:r>
            <a:rPr lang="en-US" dirty="0">
              <a:latin typeface="Vazirmatn Light" pitchFamily="2" charset="-78"/>
              <a:cs typeface="Vazirmatn Light" pitchFamily="2" charset="-78"/>
            </a:rPr>
            <a:t>python</a:t>
          </a:r>
          <a:endParaRPr lang="fa-IR" dirty="0">
            <a:latin typeface="Vazirmatn Light" pitchFamily="2" charset="-78"/>
            <a:cs typeface="Vazirmatn Light" pitchFamily="2" charset="-78"/>
          </a:endParaRPr>
        </a:p>
      </dgm:t>
    </dgm:pt>
    <dgm:pt modelId="{5B8E0B27-8B36-4B94-9D87-6139DFCF5CA1}" type="parTrans" cxnId="{C80D9734-C4ED-4C95-A7B6-211630E7F272}">
      <dgm:prSet/>
      <dgm:spPr/>
      <dgm:t>
        <a:bodyPr/>
        <a:lstStyle/>
        <a:p>
          <a:pPr rtl="1"/>
          <a:endParaRPr lang="fa-IR"/>
        </a:p>
      </dgm:t>
    </dgm:pt>
    <dgm:pt modelId="{A228E8B6-EBCF-49BD-BCC9-2A802FB7E06D}" type="sibTrans" cxnId="{C80D9734-C4ED-4C95-A7B6-211630E7F272}">
      <dgm:prSet/>
      <dgm:spPr/>
      <dgm:t>
        <a:bodyPr/>
        <a:lstStyle/>
        <a:p>
          <a:pPr rtl="1"/>
          <a:endParaRPr lang="fa-IR"/>
        </a:p>
      </dgm:t>
    </dgm:pt>
    <dgm:pt modelId="{DA0A8531-84DA-4C5B-9EE9-4439F25BC6C4}" type="pres">
      <dgm:prSet presAssocID="{91415679-E392-4674-A5FA-252F85A4AEA6}" presName="diagram" presStyleCnt="0">
        <dgm:presLayoutVars>
          <dgm:dir/>
          <dgm:resizeHandles val="exact"/>
        </dgm:presLayoutVars>
      </dgm:prSet>
      <dgm:spPr/>
    </dgm:pt>
    <dgm:pt modelId="{ADE4F38A-5A25-4450-9B22-9AA9F0F6A7E5}" type="pres">
      <dgm:prSet presAssocID="{053C4B59-21D2-4E71-877C-AE93EF381522}" presName="node" presStyleLbl="node1" presStyleIdx="0" presStyleCnt="4">
        <dgm:presLayoutVars>
          <dgm:bulletEnabled val="1"/>
        </dgm:presLayoutVars>
      </dgm:prSet>
      <dgm:spPr/>
    </dgm:pt>
    <dgm:pt modelId="{19501B62-C32E-4FBF-9A1D-09DCF412C6C8}" type="pres">
      <dgm:prSet presAssocID="{1B9DAECC-D5FF-4DAD-AF02-86B519FC7ACA}" presName="sibTrans" presStyleCnt="0"/>
      <dgm:spPr/>
    </dgm:pt>
    <dgm:pt modelId="{948E65FC-DC11-41E0-B760-45557AA0AD82}" type="pres">
      <dgm:prSet presAssocID="{C2B33EE4-1473-4448-9768-CF84F35950F1}" presName="node" presStyleLbl="node1" presStyleIdx="1" presStyleCnt="4">
        <dgm:presLayoutVars>
          <dgm:bulletEnabled val="1"/>
        </dgm:presLayoutVars>
      </dgm:prSet>
      <dgm:spPr/>
    </dgm:pt>
    <dgm:pt modelId="{2998EA88-BF0F-4ABD-874E-A9C343B14E32}" type="pres">
      <dgm:prSet presAssocID="{20DEA1D4-0661-409B-9B55-0ECA29FD4C5A}" presName="sibTrans" presStyleCnt="0"/>
      <dgm:spPr/>
    </dgm:pt>
    <dgm:pt modelId="{AF321547-E2C1-4BC5-92F8-CA330AD044DE}" type="pres">
      <dgm:prSet presAssocID="{5668F03D-F8E1-4991-A9C7-BE987D5060C4}" presName="node" presStyleLbl="node1" presStyleIdx="2" presStyleCnt="4">
        <dgm:presLayoutVars>
          <dgm:bulletEnabled val="1"/>
        </dgm:presLayoutVars>
      </dgm:prSet>
      <dgm:spPr/>
    </dgm:pt>
    <dgm:pt modelId="{804DDC75-3ABE-403D-A130-40735D806F0B}" type="pres">
      <dgm:prSet presAssocID="{749EDDEC-29B1-4369-B9C7-6CCE9A929B67}" presName="sibTrans" presStyleCnt="0"/>
      <dgm:spPr/>
    </dgm:pt>
    <dgm:pt modelId="{300D6A19-C988-42B9-8018-11E69A69986D}" type="pres">
      <dgm:prSet presAssocID="{1727173B-8E36-468F-916D-0688A507BCEE}" presName="node" presStyleLbl="node1" presStyleIdx="3" presStyleCnt="4">
        <dgm:presLayoutVars>
          <dgm:bulletEnabled val="1"/>
        </dgm:presLayoutVars>
      </dgm:prSet>
      <dgm:spPr/>
    </dgm:pt>
  </dgm:ptLst>
  <dgm:cxnLst>
    <dgm:cxn modelId="{2429132A-5128-4B24-9930-9EEBEE9FC831}" srcId="{91415679-E392-4674-A5FA-252F85A4AEA6}" destId="{5668F03D-F8E1-4991-A9C7-BE987D5060C4}" srcOrd="2" destOrd="0" parTransId="{3DD7E2A6-C6D0-4A48-9363-20D0024D588C}" sibTransId="{749EDDEC-29B1-4369-B9C7-6CCE9A929B67}"/>
    <dgm:cxn modelId="{561AA32F-2C5B-46D9-91E1-785E869684B8}" srcId="{91415679-E392-4674-A5FA-252F85A4AEA6}" destId="{053C4B59-21D2-4E71-877C-AE93EF381522}" srcOrd="0" destOrd="0" parTransId="{5A021C84-FEBC-44B0-A0D7-2D331F67E35F}" sibTransId="{1B9DAECC-D5FF-4DAD-AF02-86B519FC7ACA}"/>
    <dgm:cxn modelId="{C80D9734-C4ED-4C95-A7B6-211630E7F272}" srcId="{91415679-E392-4674-A5FA-252F85A4AEA6}" destId="{1727173B-8E36-468F-916D-0688A507BCEE}" srcOrd="3" destOrd="0" parTransId="{5B8E0B27-8B36-4B94-9D87-6139DFCF5CA1}" sibTransId="{A228E8B6-EBCF-49BD-BCC9-2A802FB7E06D}"/>
    <dgm:cxn modelId="{7D13536E-10D7-4088-8F74-E7407D0699B9}" type="presOf" srcId="{1727173B-8E36-468F-916D-0688A507BCEE}" destId="{300D6A19-C988-42B9-8018-11E69A69986D}" srcOrd="0" destOrd="0" presId="urn:microsoft.com/office/officeart/2005/8/layout/default"/>
    <dgm:cxn modelId="{D33C7151-9052-4B4A-9CD3-97AF6EAC2226}" type="presOf" srcId="{91415679-E392-4674-A5FA-252F85A4AEA6}" destId="{DA0A8531-84DA-4C5B-9EE9-4439F25BC6C4}" srcOrd="0" destOrd="0" presId="urn:microsoft.com/office/officeart/2005/8/layout/default"/>
    <dgm:cxn modelId="{E0E64B86-E553-473C-9873-E0EF6CF31B0A}" srcId="{91415679-E392-4674-A5FA-252F85A4AEA6}" destId="{C2B33EE4-1473-4448-9768-CF84F35950F1}" srcOrd="1" destOrd="0" parTransId="{135B647A-9CA3-46A2-8A9E-83AD0623B487}" sibTransId="{20DEA1D4-0661-409B-9B55-0ECA29FD4C5A}"/>
    <dgm:cxn modelId="{867E72C8-6C83-4ACB-8AF5-1ECA1953CAA7}" type="presOf" srcId="{C2B33EE4-1473-4448-9768-CF84F35950F1}" destId="{948E65FC-DC11-41E0-B760-45557AA0AD82}" srcOrd="0" destOrd="0" presId="urn:microsoft.com/office/officeart/2005/8/layout/default"/>
    <dgm:cxn modelId="{A381A2C9-D3E5-427F-960F-24BF39F14839}" type="presOf" srcId="{5668F03D-F8E1-4991-A9C7-BE987D5060C4}" destId="{AF321547-E2C1-4BC5-92F8-CA330AD044DE}" srcOrd="0" destOrd="0" presId="urn:microsoft.com/office/officeart/2005/8/layout/default"/>
    <dgm:cxn modelId="{277C6DFF-F150-4D47-B0AE-758103F98662}" type="presOf" srcId="{053C4B59-21D2-4E71-877C-AE93EF381522}" destId="{ADE4F38A-5A25-4450-9B22-9AA9F0F6A7E5}" srcOrd="0" destOrd="0" presId="urn:microsoft.com/office/officeart/2005/8/layout/default"/>
    <dgm:cxn modelId="{3957C37E-D4DA-4EDD-8B78-A23CF41AA92D}" type="presParOf" srcId="{DA0A8531-84DA-4C5B-9EE9-4439F25BC6C4}" destId="{ADE4F38A-5A25-4450-9B22-9AA9F0F6A7E5}" srcOrd="0" destOrd="0" presId="urn:microsoft.com/office/officeart/2005/8/layout/default"/>
    <dgm:cxn modelId="{3F22D8AC-5971-48C5-830A-8D39FA8D9594}" type="presParOf" srcId="{DA0A8531-84DA-4C5B-9EE9-4439F25BC6C4}" destId="{19501B62-C32E-4FBF-9A1D-09DCF412C6C8}" srcOrd="1" destOrd="0" presId="urn:microsoft.com/office/officeart/2005/8/layout/default"/>
    <dgm:cxn modelId="{F50FB29F-6E27-473C-8873-4E8C9DADCAD0}" type="presParOf" srcId="{DA0A8531-84DA-4C5B-9EE9-4439F25BC6C4}" destId="{948E65FC-DC11-41E0-B760-45557AA0AD82}" srcOrd="2" destOrd="0" presId="urn:microsoft.com/office/officeart/2005/8/layout/default"/>
    <dgm:cxn modelId="{B6B5638F-5823-4B00-8DDF-7000BAD6EC3F}" type="presParOf" srcId="{DA0A8531-84DA-4C5B-9EE9-4439F25BC6C4}" destId="{2998EA88-BF0F-4ABD-874E-A9C343B14E32}" srcOrd="3" destOrd="0" presId="urn:microsoft.com/office/officeart/2005/8/layout/default"/>
    <dgm:cxn modelId="{D8E8DD3A-920D-4014-AA38-6AEC94D3F8BC}" type="presParOf" srcId="{DA0A8531-84DA-4C5B-9EE9-4439F25BC6C4}" destId="{AF321547-E2C1-4BC5-92F8-CA330AD044DE}" srcOrd="4" destOrd="0" presId="urn:microsoft.com/office/officeart/2005/8/layout/default"/>
    <dgm:cxn modelId="{9C964070-AC18-4B66-BB37-F3C38A909E9D}" type="presParOf" srcId="{DA0A8531-84DA-4C5B-9EE9-4439F25BC6C4}" destId="{804DDC75-3ABE-403D-A130-40735D806F0B}" srcOrd="5" destOrd="0" presId="urn:microsoft.com/office/officeart/2005/8/layout/default"/>
    <dgm:cxn modelId="{10D1D1DB-3F5C-4981-889F-14339E256480}" type="presParOf" srcId="{DA0A8531-84DA-4C5B-9EE9-4439F25BC6C4}" destId="{300D6A19-C988-42B9-8018-11E69A69986D}" srcOrd="6"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91415679-E392-4674-A5FA-252F85A4AEA6}" type="doc">
      <dgm:prSet loTypeId="urn:microsoft.com/office/officeart/2005/8/layout/default" loCatId="list" qsTypeId="urn:microsoft.com/office/officeart/2005/8/quickstyle/3d7" qsCatId="3D" csTypeId="urn:microsoft.com/office/officeart/2005/8/colors/accent1_2" csCatId="accent1" phldr="1"/>
      <dgm:spPr/>
      <dgm:t>
        <a:bodyPr/>
        <a:lstStyle/>
        <a:p>
          <a:pPr rtl="1"/>
          <a:endParaRPr lang="fa-IR"/>
        </a:p>
      </dgm:t>
    </dgm:pt>
    <dgm:pt modelId="{053C4B59-21D2-4E71-877C-AE93EF381522}">
      <dgm:prSet phldrT="[Text]" custT="1"/>
      <dgm:spPr/>
      <dgm:t>
        <a:bodyPr/>
        <a:lstStyle/>
        <a:p>
          <a:pPr rtl="1"/>
          <a:r>
            <a:rPr lang="en-US" sz="5700" kern="1200" dirty="0">
              <a:latin typeface="Vazirmatn Light" pitchFamily="2" charset="-78"/>
              <a:cs typeface="Vazirmatn Light" pitchFamily="2" charset="-78"/>
            </a:rPr>
            <a:t>ht</a:t>
          </a:r>
          <a:r>
            <a:rPr lang="en-US" sz="5700" kern="1200" dirty="0">
              <a:solidFill>
                <a:prstClr val="black"/>
              </a:solidFill>
              <a:latin typeface="Vazirmatn Light" pitchFamily="2" charset="-78"/>
              <a:ea typeface="+mn-ea"/>
              <a:cs typeface="Vazirmatn Light" pitchFamily="2" charset="-78"/>
            </a:rPr>
            <a:t>m</a:t>
          </a:r>
          <a:r>
            <a:rPr lang="en-US" sz="5700" kern="1200" dirty="0">
              <a:latin typeface="Vazirmatn Light" pitchFamily="2" charset="-78"/>
              <a:cs typeface="Vazirmatn Light" pitchFamily="2" charset="-78"/>
            </a:rPr>
            <a:t>l</a:t>
          </a:r>
          <a:endParaRPr lang="fa-IR" sz="5700" kern="1200" dirty="0">
            <a:latin typeface="Vazirmatn Light" pitchFamily="2" charset="-78"/>
            <a:cs typeface="Vazirmatn Light" pitchFamily="2" charset="-78"/>
          </a:endParaRPr>
        </a:p>
      </dgm:t>
    </dgm:pt>
    <dgm:pt modelId="{5A021C84-FEBC-44B0-A0D7-2D331F67E35F}" type="parTrans" cxnId="{561AA32F-2C5B-46D9-91E1-785E869684B8}">
      <dgm:prSet/>
      <dgm:spPr/>
      <dgm:t>
        <a:bodyPr/>
        <a:lstStyle/>
        <a:p>
          <a:pPr rtl="1"/>
          <a:endParaRPr lang="fa-IR"/>
        </a:p>
      </dgm:t>
    </dgm:pt>
    <dgm:pt modelId="{1B9DAECC-D5FF-4DAD-AF02-86B519FC7ACA}" type="sibTrans" cxnId="{561AA32F-2C5B-46D9-91E1-785E869684B8}">
      <dgm:prSet/>
      <dgm:spPr/>
      <dgm:t>
        <a:bodyPr/>
        <a:lstStyle/>
        <a:p>
          <a:pPr rtl="1"/>
          <a:endParaRPr lang="fa-IR"/>
        </a:p>
      </dgm:t>
    </dgm:pt>
    <dgm:pt modelId="{C2B33EE4-1473-4448-9768-CF84F35950F1}">
      <dgm:prSet phldrT="[Text]"/>
      <dgm:spPr/>
      <dgm:t>
        <a:bodyPr/>
        <a:lstStyle/>
        <a:p>
          <a:pPr rtl="1"/>
          <a:r>
            <a:rPr lang="en-US" dirty="0" err="1">
              <a:latin typeface="Vazirmatn Light" pitchFamily="2" charset="-78"/>
              <a:cs typeface="Vazirmatn Light" pitchFamily="2" charset="-78"/>
            </a:rPr>
            <a:t>css</a:t>
          </a:r>
          <a:endParaRPr lang="fa-IR" dirty="0">
            <a:latin typeface="Vazirmatn Light" pitchFamily="2" charset="-78"/>
            <a:cs typeface="Vazirmatn Light" pitchFamily="2" charset="-78"/>
          </a:endParaRPr>
        </a:p>
      </dgm:t>
    </dgm:pt>
    <dgm:pt modelId="{135B647A-9CA3-46A2-8A9E-83AD0623B487}" type="parTrans" cxnId="{E0E64B86-E553-473C-9873-E0EF6CF31B0A}">
      <dgm:prSet/>
      <dgm:spPr/>
      <dgm:t>
        <a:bodyPr/>
        <a:lstStyle/>
        <a:p>
          <a:pPr rtl="1"/>
          <a:endParaRPr lang="fa-IR"/>
        </a:p>
      </dgm:t>
    </dgm:pt>
    <dgm:pt modelId="{20DEA1D4-0661-409B-9B55-0ECA29FD4C5A}" type="sibTrans" cxnId="{E0E64B86-E553-473C-9873-E0EF6CF31B0A}">
      <dgm:prSet/>
      <dgm:spPr/>
      <dgm:t>
        <a:bodyPr/>
        <a:lstStyle/>
        <a:p>
          <a:pPr rtl="1"/>
          <a:endParaRPr lang="fa-IR"/>
        </a:p>
      </dgm:t>
    </dgm:pt>
    <dgm:pt modelId="{5668F03D-F8E1-4991-A9C7-BE987D5060C4}">
      <dgm:prSet phldrT="[Text]"/>
      <dgm:spPr/>
      <dgm:t>
        <a:bodyPr/>
        <a:lstStyle/>
        <a:p>
          <a:pPr rtl="1"/>
          <a:r>
            <a:rPr lang="en-US" dirty="0" err="1">
              <a:latin typeface="Vazirmatn Light" pitchFamily="2" charset="-78"/>
              <a:cs typeface="Vazirmatn Light" pitchFamily="2" charset="-78"/>
            </a:rPr>
            <a:t>javascript</a:t>
          </a:r>
          <a:endParaRPr lang="fa-IR" dirty="0">
            <a:latin typeface="Vazirmatn Light" pitchFamily="2" charset="-78"/>
            <a:cs typeface="Vazirmatn Light" pitchFamily="2" charset="-78"/>
          </a:endParaRPr>
        </a:p>
      </dgm:t>
    </dgm:pt>
    <dgm:pt modelId="{3DD7E2A6-C6D0-4A48-9363-20D0024D588C}" type="parTrans" cxnId="{2429132A-5128-4B24-9930-9EEBEE9FC831}">
      <dgm:prSet/>
      <dgm:spPr/>
      <dgm:t>
        <a:bodyPr/>
        <a:lstStyle/>
        <a:p>
          <a:pPr rtl="1"/>
          <a:endParaRPr lang="fa-IR"/>
        </a:p>
      </dgm:t>
    </dgm:pt>
    <dgm:pt modelId="{749EDDEC-29B1-4369-B9C7-6CCE9A929B67}" type="sibTrans" cxnId="{2429132A-5128-4B24-9930-9EEBEE9FC831}">
      <dgm:prSet/>
      <dgm:spPr/>
      <dgm:t>
        <a:bodyPr/>
        <a:lstStyle/>
        <a:p>
          <a:pPr rtl="1"/>
          <a:endParaRPr lang="fa-IR"/>
        </a:p>
      </dgm:t>
    </dgm:pt>
    <dgm:pt modelId="{1727173B-8E36-468F-916D-0688A507BCEE}">
      <dgm:prSet phldrT="[Text]"/>
      <dgm:spPr/>
      <dgm:t>
        <a:bodyPr/>
        <a:lstStyle/>
        <a:p>
          <a:pPr rtl="1"/>
          <a:r>
            <a:rPr lang="en-US" dirty="0">
              <a:latin typeface="Vazirmatn Light" pitchFamily="2" charset="-78"/>
              <a:cs typeface="Vazirmatn Light" pitchFamily="2" charset="-78"/>
            </a:rPr>
            <a:t>python</a:t>
          </a:r>
          <a:endParaRPr lang="fa-IR" dirty="0">
            <a:latin typeface="Vazirmatn Light" pitchFamily="2" charset="-78"/>
            <a:cs typeface="Vazirmatn Light" pitchFamily="2" charset="-78"/>
          </a:endParaRPr>
        </a:p>
      </dgm:t>
    </dgm:pt>
    <dgm:pt modelId="{5B8E0B27-8B36-4B94-9D87-6139DFCF5CA1}" type="parTrans" cxnId="{C80D9734-C4ED-4C95-A7B6-211630E7F272}">
      <dgm:prSet/>
      <dgm:spPr/>
      <dgm:t>
        <a:bodyPr/>
        <a:lstStyle/>
        <a:p>
          <a:pPr rtl="1"/>
          <a:endParaRPr lang="fa-IR"/>
        </a:p>
      </dgm:t>
    </dgm:pt>
    <dgm:pt modelId="{A228E8B6-EBCF-49BD-BCC9-2A802FB7E06D}" type="sibTrans" cxnId="{C80D9734-C4ED-4C95-A7B6-211630E7F272}">
      <dgm:prSet/>
      <dgm:spPr/>
      <dgm:t>
        <a:bodyPr/>
        <a:lstStyle/>
        <a:p>
          <a:pPr rtl="1"/>
          <a:endParaRPr lang="fa-IR"/>
        </a:p>
      </dgm:t>
    </dgm:pt>
    <dgm:pt modelId="{DA0A8531-84DA-4C5B-9EE9-4439F25BC6C4}" type="pres">
      <dgm:prSet presAssocID="{91415679-E392-4674-A5FA-252F85A4AEA6}" presName="diagram" presStyleCnt="0">
        <dgm:presLayoutVars>
          <dgm:dir/>
          <dgm:resizeHandles val="exact"/>
        </dgm:presLayoutVars>
      </dgm:prSet>
      <dgm:spPr/>
    </dgm:pt>
    <dgm:pt modelId="{ADE4F38A-5A25-4450-9B22-9AA9F0F6A7E5}" type="pres">
      <dgm:prSet presAssocID="{053C4B59-21D2-4E71-877C-AE93EF381522}" presName="node" presStyleLbl="node1" presStyleIdx="0" presStyleCnt="4">
        <dgm:presLayoutVars>
          <dgm:bulletEnabled val="1"/>
        </dgm:presLayoutVars>
      </dgm:prSet>
      <dgm:spPr/>
    </dgm:pt>
    <dgm:pt modelId="{19501B62-C32E-4FBF-9A1D-09DCF412C6C8}" type="pres">
      <dgm:prSet presAssocID="{1B9DAECC-D5FF-4DAD-AF02-86B519FC7ACA}" presName="sibTrans" presStyleCnt="0"/>
      <dgm:spPr/>
    </dgm:pt>
    <dgm:pt modelId="{948E65FC-DC11-41E0-B760-45557AA0AD82}" type="pres">
      <dgm:prSet presAssocID="{C2B33EE4-1473-4448-9768-CF84F35950F1}" presName="node" presStyleLbl="node1" presStyleIdx="1" presStyleCnt="4">
        <dgm:presLayoutVars>
          <dgm:bulletEnabled val="1"/>
        </dgm:presLayoutVars>
      </dgm:prSet>
      <dgm:spPr/>
    </dgm:pt>
    <dgm:pt modelId="{2998EA88-BF0F-4ABD-874E-A9C343B14E32}" type="pres">
      <dgm:prSet presAssocID="{20DEA1D4-0661-409B-9B55-0ECA29FD4C5A}" presName="sibTrans" presStyleCnt="0"/>
      <dgm:spPr/>
    </dgm:pt>
    <dgm:pt modelId="{AF321547-E2C1-4BC5-92F8-CA330AD044DE}" type="pres">
      <dgm:prSet presAssocID="{5668F03D-F8E1-4991-A9C7-BE987D5060C4}" presName="node" presStyleLbl="node1" presStyleIdx="2" presStyleCnt="4">
        <dgm:presLayoutVars>
          <dgm:bulletEnabled val="1"/>
        </dgm:presLayoutVars>
      </dgm:prSet>
      <dgm:spPr/>
    </dgm:pt>
    <dgm:pt modelId="{804DDC75-3ABE-403D-A130-40735D806F0B}" type="pres">
      <dgm:prSet presAssocID="{749EDDEC-29B1-4369-B9C7-6CCE9A929B67}" presName="sibTrans" presStyleCnt="0"/>
      <dgm:spPr/>
    </dgm:pt>
    <dgm:pt modelId="{300D6A19-C988-42B9-8018-11E69A69986D}" type="pres">
      <dgm:prSet presAssocID="{1727173B-8E36-468F-916D-0688A507BCEE}" presName="node" presStyleLbl="node1" presStyleIdx="3" presStyleCnt="4">
        <dgm:presLayoutVars>
          <dgm:bulletEnabled val="1"/>
        </dgm:presLayoutVars>
      </dgm:prSet>
      <dgm:spPr/>
    </dgm:pt>
  </dgm:ptLst>
  <dgm:cxnLst>
    <dgm:cxn modelId="{2429132A-5128-4B24-9930-9EEBEE9FC831}" srcId="{91415679-E392-4674-A5FA-252F85A4AEA6}" destId="{5668F03D-F8E1-4991-A9C7-BE987D5060C4}" srcOrd="2" destOrd="0" parTransId="{3DD7E2A6-C6D0-4A48-9363-20D0024D588C}" sibTransId="{749EDDEC-29B1-4369-B9C7-6CCE9A929B67}"/>
    <dgm:cxn modelId="{561AA32F-2C5B-46D9-91E1-785E869684B8}" srcId="{91415679-E392-4674-A5FA-252F85A4AEA6}" destId="{053C4B59-21D2-4E71-877C-AE93EF381522}" srcOrd="0" destOrd="0" parTransId="{5A021C84-FEBC-44B0-A0D7-2D331F67E35F}" sibTransId="{1B9DAECC-D5FF-4DAD-AF02-86B519FC7ACA}"/>
    <dgm:cxn modelId="{C80D9734-C4ED-4C95-A7B6-211630E7F272}" srcId="{91415679-E392-4674-A5FA-252F85A4AEA6}" destId="{1727173B-8E36-468F-916D-0688A507BCEE}" srcOrd="3" destOrd="0" parTransId="{5B8E0B27-8B36-4B94-9D87-6139DFCF5CA1}" sibTransId="{A228E8B6-EBCF-49BD-BCC9-2A802FB7E06D}"/>
    <dgm:cxn modelId="{7D13536E-10D7-4088-8F74-E7407D0699B9}" type="presOf" srcId="{1727173B-8E36-468F-916D-0688A507BCEE}" destId="{300D6A19-C988-42B9-8018-11E69A69986D}" srcOrd="0" destOrd="0" presId="urn:microsoft.com/office/officeart/2005/8/layout/default"/>
    <dgm:cxn modelId="{D33C7151-9052-4B4A-9CD3-97AF6EAC2226}" type="presOf" srcId="{91415679-E392-4674-A5FA-252F85A4AEA6}" destId="{DA0A8531-84DA-4C5B-9EE9-4439F25BC6C4}" srcOrd="0" destOrd="0" presId="urn:microsoft.com/office/officeart/2005/8/layout/default"/>
    <dgm:cxn modelId="{E0E64B86-E553-473C-9873-E0EF6CF31B0A}" srcId="{91415679-E392-4674-A5FA-252F85A4AEA6}" destId="{C2B33EE4-1473-4448-9768-CF84F35950F1}" srcOrd="1" destOrd="0" parTransId="{135B647A-9CA3-46A2-8A9E-83AD0623B487}" sibTransId="{20DEA1D4-0661-409B-9B55-0ECA29FD4C5A}"/>
    <dgm:cxn modelId="{867E72C8-6C83-4ACB-8AF5-1ECA1953CAA7}" type="presOf" srcId="{C2B33EE4-1473-4448-9768-CF84F35950F1}" destId="{948E65FC-DC11-41E0-B760-45557AA0AD82}" srcOrd="0" destOrd="0" presId="urn:microsoft.com/office/officeart/2005/8/layout/default"/>
    <dgm:cxn modelId="{A381A2C9-D3E5-427F-960F-24BF39F14839}" type="presOf" srcId="{5668F03D-F8E1-4991-A9C7-BE987D5060C4}" destId="{AF321547-E2C1-4BC5-92F8-CA330AD044DE}" srcOrd="0" destOrd="0" presId="urn:microsoft.com/office/officeart/2005/8/layout/default"/>
    <dgm:cxn modelId="{277C6DFF-F150-4D47-B0AE-758103F98662}" type="presOf" srcId="{053C4B59-21D2-4E71-877C-AE93EF381522}" destId="{ADE4F38A-5A25-4450-9B22-9AA9F0F6A7E5}" srcOrd="0" destOrd="0" presId="urn:microsoft.com/office/officeart/2005/8/layout/default"/>
    <dgm:cxn modelId="{3957C37E-D4DA-4EDD-8B78-A23CF41AA92D}" type="presParOf" srcId="{DA0A8531-84DA-4C5B-9EE9-4439F25BC6C4}" destId="{ADE4F38A-5A25-4450-9B22-9AA9F0F6A7E5}" srcOrd="0" destOrd="0" presId="urn:microsoft.com/office/officeart/2005/8/layout/default"/>
    <dgm:cxn modelId="{3F22D8AC-5971-48C5-830A-8D39FA8D9594}" type="presParOf" srcId="{DA0A8531-84DA-4C5B-9EE9-4439F25BC6C4}" destId="{19501B62-C32E-4FBF-9A1D-09DCF412C6C8}" srcOrd="1" destOrd="0" presId="urn:microsoft.com/office/officeart/2005/8/layout/default"/>
    <dgm:cxn modelId="{F50FB29F-6E27-473C-8873-4E8C9DADCAD0}" type="presParOf" srcId="{DA0A8531-84DA-4C5B-9EE9-4439F25BC6C4}" destId="{948E65FC-DC11-41E0-B760-45557AA0AD82}" srcOrd="2" destOrd="0" presId="urn:microsoft.com/office/officeart/2005/8/layout/default"/>
    <dgm:cxn modelId="{B6B5638F-5823-4B00-8DDF-7000BAD6EC3F}" type="presParOf" srcId="{DA0A8531-84DA-4C5B-9EE9-4439F25BC6C4}" destId="{2998EA88-BF0F-4ABD-874E-A9C343B14E32}" srcOrd="3" destOrd="0" presId="urn:microsoft.com/office/officeart/2005/8/layout/default"/>
    <dgm:cxn modelId="{D8E8DD3A-920D-4014-AA38-6AEC94D3F8BC}" type="presParOf" srcId="{DA0A8531-84DA-4C5B-9EE9-4439F25BC6C4}" destId="{AF321547-E2C1-4BC5-92F8-CA330AD044DE}" srcOrd="4" destOrd="0" presId="urn:microsoft.com/office/officeart/2005/8/layout/default"/>
    <dgm:cxn modelId="{9C964070-AC18-4B66-BB37-F3C38A909E9D}" type="presParOf" srcId="{DA0A8531-84DA-4C5B-9EE9-4439F25BC6C4}" destId="{804DDC75-3ABE-403D-A130-40735D806F0B}" srcOrd="5" destOrd="0" presId="urn:microsoft.com/office/officeart/2005/8/layout/default"/>
    <dgm:cxn modelId="{10D1D1DB-3F5C-4981-889F-14339E256480}" type="presParOf" srcId="{DA0A8531-84DA-4C5B-9EE9-4439F25BC6C4}" destId="{300D6A19-C988-42B9-8018-11E69A69986D}" srcOrd="6"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1B8CD458-14C7-4981-AC21-742AAFAE4842}" type="doc">
      <dgm:prSet loTypeId="urn:microsoft.com/office/officeart/2008/layout/VerticalCurvedList" loCatId="list" qsTypeId="urn:microsoft.com/office/officeart/2005/8/quickstyle/simple2" qsCatId="simple" csTypeId="urn:microsoft.com/office/officeart/2005/8/colors/accent1_2" csCatId="accent1" phldr="1"/>
      <dgm:spPr/>
      <dgm:t>
        <a:bodyPr/>
        <a:lstStyle/>
        <a:p>
          <a:pPr rtl="1"/>
          <a:endParaRPr lang="fa-IR"/>
        </a:p>
      </dgm:t>
    </dgm:pt>
    <dgm:pt modelId="{4E0AA38C-21A5-4A4F-8ADF-57FCF1869D8D}">
      <dgm:prSet phldrT="[Text]" custT="1"/>
      <dgm:spPr/>
      <dgm:t>
        <a:bodyPr/>
        <a:lstStyle/>
        <a:p>
          <a:pPr algn="r" rtl="1"/>
          <a:r>
            <a:rPr lang="fa-IR" sz="2000" dirty="0">
              <a:latin typeface="Vazirmatn Light" pitchFamily="2" charset="-78"/>
              <a:cs typeface="Vazirmatn Light" pitchFamily="2" charset="-78"/>
            </a:rPr>
            <a:t>یک کتاب خانه از زبان جاوا اسکریپت که با آن نمودار های سایت درست شده است</a:t>
          </a:r>
        </a:p>
      </dgm:t>
    </dgm:pt>
    <dgm:pt modelId="{08307CC5-3B7A-4A12-99BF-D8AF57AEA595}" type="parTrans" cxnId="{E3DBA17D-63DA-4DF0-A3F3-A55F3025A310}">
      <dgm:prSet/>
      <dgm:spPr/>
      <dgm:t>
        <a:bodyPr/>
        <a:lstStyle/>
        <a:p>
          <a:pPr rtl="1"/>
          <a:endParaRPr lang="fa-IR"/>
        </a:p>
      </dgm:t>
    </dgm:pt>
    <dgm:pt modelId="{FEF00EFD-5F7D-4AB8-A0DE-A665819C4F5A}" type="sibTrans" cxnId="{E3DBA17D-63DA-4DF0-A3F3-A55F3025A310}">
      <dgm:prSet/>
      <dgm:spPr/>
      <dgm:t>
        <a:bodyPr/>
        <a:lstStyle/>
        <a:p>
          <a:pPr rtl="1"/>
          <a:endParaRPr lang="fa-IR"/>
        </a:p>
      </dgm:t>
    </dgm:pt>
    <dgm:pt modelId="{9CC586D9-E95F-4489-86A6-763F4190BC83}">
      <dgm:prSet phldrT="[Text]" custT="1"/>
      <dgm:spPr/>
      <dgm:t>
        <a:bodyPr/>
        <a:lstStyle/>
        <a:p>
          <a:pPr algn="r" rtl="1"/>
          <a:r>
            <a:rPr lang="fa-IR" sz="2000" dirty="0">
              <a:latin typeface="Vazirmatn Light" pitchFamily="2" charset="-78"/>
              <a:cs typeface="Vazirmatn Light" pitchFamily="2" charset="-78"/>
            </a:rPr>
            <a:t>یک فریمورک از پایتون که با آن بک اند سایت نوشته شده است</a:t>
          </a:r>
        </a:p>
      </dgm:t>
    </dgm:pt>
    <dgm:pt modelId="{B232C5FD-8455-440A-AC74-800996CA0D9E}" type="parTrans" cxnId="{303F8597-AEDA-409E-9F65-34F1E974ABA4}">
      <dgm:prSet/>
      <dgm:spPr/>
      <dgm:t>
        <a:bodyPr/>
        <a:lstStyle/>
        <a:p>
          <a:pPr rtl="1"/>
          <a:endParaRPr lang="fa-IR"/>
        </a:p>
      </dgm:t>
    </dgm:pt>
    <dgm:pt modelId="{D7F10C72-3EC2-4105-8022-DA52F1BDACB4}" type="sibTrans" cxnId="{303F8597-AEDA-409E-9F65-34F1E974ABA4}">
      <dgm:prSet/>
      <dgm:spPr/>
      <dgm:t>
        <a:bodyPr/>
        <a:lstStyle/>
        <a:p>
          <a:pPr rtl="1"/>
          <a:endParaRPr lang="fa-IR"/>
        </a:p>
      </dgm:t>
    </dgm:pt>
    <dgm:pt modelId="{FA47DCAD-4A46-4856-8533-200B08C2FCA4}">
      <dgm:prSet phldrT="[Text]" custT="1"/>
      <dgm:spPr/>
      <dgm:t>
        <a:bodyPr/>
        <a:lstStyle/>
        <a:p>
          <a:pPr algn="r" rtl="1"/>
          <a:r>
            <a:rPr lang="fa-IR" sz="2000" dirty="0">
              <a:latin typeface="Vazirmatn Light" pitchFamily="2" charset="-78"/>
              <a:cs typeface="Vazirmatn Light" pitchFamily="2" charset="-78"/>
            </a:rPr>
            <a:t>یک کتابخانه از پایتون که با ابزار های ریاضی آن محاسبات مسائل فیزیک انجاده داده شد</a:t>
          </a:r>
        </a:p>
      </dgm:t>
    </dgm:pt>
    <dgm:pt modelId="{8C69559B-F942-4951-A185-0B21C45DDB49}" type="parTrans" cxnId="{E0361A93-CA51-4CC0-830B-7794A5858944}">
      <dgm:prSet/>
      <dgm:spPr/>
      <dgm:t>
        <a:bodyPr/>
        <a:lstStyle/>
        <a:p>
          <a:pPr rtl="1"/>
          <a:endParaRPr lang="fa-IR"/>
        </a:p>
      </dgm:t>
    </dgm:pt>
    <dgm:pt modelId="{624C89DA-A1E0-4AB5-8E1E-186EDC994D79}" type="sibTrans" cxnId="{E0361A93-CA51-4CC0-830B-7794A5858944}">
      <dgm:prSet/>
      <dgm:spPr/>
      <dgm:t>
        <a:bodyPr/>
        <a:lstStyle/>
        <a:p>
          <a:pPr rtl="1"/>
          <a:endParaRPr lang="fa-IR"/>
        </a:p>
      </dgm:t>
    </dgm:pt>
    <dgm:pt modelId="{8051AC65-CE8A-48C1-B73C-69F26F5D81A1}" type="pres">
      <dgm:prSet presAssocID="{1B8CD458-14C7-4981-AC21-742AAFAE4842}" presName="Name0" presStyleCnt="0">
        <dgm:presLayoutVars>
          <dgm:chMax val="7"/>
          <dgm:chPref val="7"/>
          <dgm:dir/>
        </dgm:presLayoutVars>
      </dgm:prSet>
      <dgm:spPr/>
    </dgm:pt>
    <dgm:pt modelId="{4EA92D1F-7DFC-4F38-A7D2-965F94C797BB}" type="pres">
      <dgm:prSet presAssocID="{1B8CD458-14C7-4981-AC21-742AAFAE4842}" presName="Name1" presStyleCnt="0"/>
      <dgm:spPr/>
    </dgm:pt>
    <dgm:pt modelId="{65657F65-3A44-4DAC-85C3-C674DD6EB67B}" type="pres">
      <dgm:prSet presAssocID="{1B8CD458-14C7-4981-AC21-742AAFAE4842}" presName="cycle" presStyleCnt="0"/>
      <dgm:spPr/>
    </dgm:pt>
    <dgm:pt modelId="{B160790D-B773-4EA3-8B1D-CC82765431D9}" type="pres">
      <dgm:prSet presAssocID="{1B8CD458-14C7-4981-AC21-742AAFAE4842}" presName="srcNode" presStyleLbl="node1" presStyleIdx="0" presStyleCnt="3"/>
      <dgm:spPr/>
    </dgm:pt>
    <dgm:pt modelId="{44EC24C2-48F6-4C92-9D7E-1FFC80779E9F}" type="pres">
      <dgm:prSet presAssocID="{1B8CD458-14C7-4981-AC21-742AAFAE4842}" presName="conn" presStyleLbl="parChTrans1D2" presStyleIdx="0" presStyleCnt="1"/>
      <dgm:spPr/>
    </dgm:pt>
    <dgm:pt modelId="{1F378D68-679F-45BA-9C6F-C7663F67DC72}" type="pres">
      <dgm:prSet presAssocID="{1B8CD458-14C7-4981-AC21-742AAFAE4842}" presName="extraNode" presStyleLbl="node1" presStyleIdx="0" presStyleCnt="3"/>
      <dgm:spPr/>
    </dgm:pt>
    <dgm:pt modelId="{1407A673-FC5D-4B25-A1DF-201FC6EE58D5}" type="pres">
      <dgm:prSet presAssocID="{1B8CD458-14C7-4981-AC21-742AAFAE4842}" presName="dstNode" presStyleLbl="node1" presStyleIdx="0" presStyleCnt="3"/>
      <dgm:spPr/>
    </dgm:pt>
    <dgm:pt modelId="{11557AD7-E36A-47C3-A29C-95C6BAF3F854}" type="pres">
      <dgm:prSet presAssocID="{4E0AA38C-21A5-4A4F-8ADF-57FCF1869D8D}" presName="text_1" presStyleLbl="node1" presStyleIdx="0" presStyleCnt="3">
        <dgm:presLayoutVars>
          <dgm:bulletEnabled val="1"/>
        </dgm:presLayoutVars>
      </dgm:prSet>
      <dgm:spPr/>
    </dgm:pt>
    <dgm:pt modelId="{C01933CB-9FD6-4081-8179-717BA7022753}" type="pres">
      <dgm:prSet presAssocID="{4E0AA38C-21A5-4A4F-8ADF-57FCF1869D8D}" presName="accent_1" presStyleCnt="0"/>
      <dgm:spPr/>
    </dgm:pt>
    <dgm:pt modelId="{20851008-6170-4F6A-B566-E39DFAC6E078}" type="pres">
      <dgm:prSet presAssocID="{4E0AA38C-21A5-4A4F-8ADF-57FCF1869D8D}" presName="accentRepeatNode" presStyleLbl="solidFgAcc1" presStyleIdx="0" presStyleCnt="3"/>
      <dgm:spPr/>
    </dgm:pt>
    <dgm:pt modelId="{82C48D85-3A68-4859-9987-6FF3DBF9AA6A}" type="pres">
      <dgm:prSet presAssocID="{9CC586D9-E95F-4489-86A6-763F4190BC83}" presName="text_2" presStyleLbl="node1" presStyleIdx="1" presStyleCnt="3">
        <dgm:presLayoutVars>
          <dgm:bulletEnabled val="1"/>
        </dgm:presLayoutVars>
      </dgm:prSet>
      <dgm:spPr/>
    </dgm:pt>
    <dgm:pt modelId="{13275721-65A8-4C26-A34C-7F3AB919EB38}" type="pres">
      <dgm:prSet presAssocID="{9CC586D9-E95F-4489-86A6-763F4190BC83}" presName="accent_2" presStyleCnt="0"/>
      <dgm:spPr/>
    </dgm:pt>
    <dgm:pt modelId="{8D936C95-56BE-410F-A1CA-7A43445E4B17}" type="pres">
      <dgm:prSet presAssocID="{9CC586D9-E95F-4489-86A6-763F4190BC83}" presName="accentRepeatNode" presStyleLbl="solidFgAcc1" presStyleIdx="1" presStyleCnt="3"/>
      <dgm:spPr/>
    </dgm:pt>
    <dgm:pt modelId="{02371383-0E1F-4312-807C-2B2E0669BDBB}" type="pres">
      <dgm:prSet presAssocID="{FA47DCAD-4A46-4856-8533-200B08C2FCA4}" presName="text_3" presStyleLbl="node1" presStyleIdx="2" presStyleCnt="3">
        <dgm:presLayoutVars>
          <dgm:bulletEnabled val="1"/>
        </dgm:presLayoutVars>
      </dgm:prSet>
      <dgm:spPr/>
    </dgm:pt>
    <dgm:pt modelId="{4186813A-6912-4C11-A63D-106C513E9588}" type="pres">
      <dgm:prSet presAssocID="{FA47DCAD-4A46-4856-8533-200B08C2FCA4}" presName="accent_3" presStyleCnt="0"/>
      <dgm:spPr/>
    </dgm:pt>
    <dgm:pt modelId="{A7653125-CAF8-45B3-A1E2-4D712B6E153B}" type="pres">
      <dgm:prSet presAssocID="{FA47DCAD-4A46-4856-8533-200B08C2FCA4}" presName="accentRepeatNode" presStyleLbl="solidFgAcc1" presStyleIdx="2" presStyleCnt="3"/>
      <dgm:spPr/>
    </dgm:pt>
  </dgm:ptLst>
  <dgm:cxnLst>
    <dgm:cxn modelId="{CEC8551F-2930-46AB-B051-0D5E16F06BFC}" type="presOf" srcId="{1B8CD458-14C7-4981-AC21-742AAFAE4842}" destId="{8051AC65-CE8A-48C1-B73C-69F26F5D81A1}" srcOrd="0" destOrd="0" presId="urn:microsoft.com/office/officeart/2008/layout/VerticalCurvedList"/>
    <dgm:cxn modelId="{4BB21D28-723F-40F8-8932-71C2B6F6BC7D}" type="presOf" srcId="{4E0AA38C-21A5-4A4F-8ADF-57FCF1869D8D}" destId="{11557AD7-E36A-47C3-A29C-95C6BAF3F854}" srcOrd="0" destOrd="0" presId="urn:microsoft.com/office/officeart/2008/layout/VerticalCurvedList"/>
    <dgm:cxn modelId="{61044071-D93E-4861-8FDB-DAC05F125B7E}" type="presOf" srcId="{FA47DCAD-4A46-4856-8533-200B08C2FCA4}" destId="{02371383-0E1F-4312-807C-2B2E0669BDBB}" srcOrd="0" destOrd="0" presId="urn:microsoft.com/office/officeart/2008/layout/VerticalCurvedList"/>
    <dgm:cxn modelId="{E3DBA17D-63DA-4DF0-A3F3-A55F3025A310}" srcId="{1B8CD458-14C7-4981-AC21-742AAFAE4842}" destId="{4E0AA38C-21A5-4A4F-8ADF-57FCF1869D8D}" srcOrd="0" destOrd="0" parTransId="{08307CC5-3B7A-4A12-99BF-D8AF57AEA595}" sibTransId="{FEF00EFD-5F7D-4AB8-A0DE-A665819C4F5A}"/>
    <dgm:cxn modelId="{E0361A93-CA51-4CC0-830B-7794A5858944}" srcId="{1B8CD458-14C7-4981-AC21-742AAFAE4842}" destId="{FA47DCAD-4A46-4856-8533-200B08C2FCA4}" srcOrd="2" destOrd="0" parTransId="{8C69559B-F942-4951-A185-0B21C45DDB49}" sibTransId="{624C89DA-A1E0-4AB5-8E1E-186EDC994D79}"/>
    <dgm:cxn modelId="{303F8597-AEDA-409E-9F65-34F1E974ABA4}" srcId="{1B8CD458-14C7-4981-AC21-742AAFAE4842}" destId="{9CC586D9-E95F-4489-86A6-763F4190BC83}" srcOrd="1" destOrd="0" parTransId="{B232C5FD-8455-440A-AC74-800996CA0D9E}" sibTransId="{D7F10C72-3EC2-4105-8022-DA52F1BDACB4}"/>
    <dgm:cxn modelId="{1C7644BF-E617-44C8-A05A-F36B75153ADB}" type="presOf" srcId="{9CC586D9-E95F-4489-86A6-763F4190BC83}" destId="{82C48D85-3A68-4859-9987-6FF3DBF9AA6A}" srcOrd="0" destOrd="0" presId="urn:microsoft.com/office/officeart/2008/layout/VerticalCurvedList"/>
    <dgm:cxn modelId="{517FE1C5-ED49-461F-9C02-A19D0CDCFD72}" type="presOf" srcId="{FEF00EFD-5F7D-4AB8-A0DE-A665819C4F5A}" destId="{44EC24C2-48F6-4C92-9D7E-1FFC80779E9F}" srcOrd="0" destOrd="0" presId="urn:microsoft.com/office/officeart/2008/layout/VerticalCurvedList"/>
    <dgm:cxn modelId="{70E934D9-B3A1-4ACF-85DE-77ABE0D84415}" type="presParOf" srcId="{8051AC65-CE8A-48C1-B73C-69F26F5D81A1}" destId="{4EA92D1F-7DFC-4F38-A7D2-965F94C797BB}" srcOrd="0" destOrd="0" presId="urn:microsoft.com/office/officeart/2008/layout/VerticalCurvedList"/>
    <dgm:cxn modelId="{84445F5F-E8E6-48E8-AA7A-9FF1DD234443}" type="presParOf" srcId="{4EA92D1F-7DFC-4F38-A7D2-965F94C797BB}" destId="{65657F65-3A44-4DAC-85C3-C674DD6EB67B}" srcOrd="0" destOrd="0" presId="urn:microsoft.com/office/officeart/2008/layout/VerticalCurvedList"/>
    <dgm:cxn modelId="{838921E5-2338-4119-86C7-647E03861573}" type="presParOf" srcId="{65657F65-3A44-4DAC-85C3-C674DD6EB67B}" destId="{B160790D-B773-4EA3-8B1D-CC82765431D9}" srcOrd="0" destOrd="0" presId="urn:microsoft.com/office/officeart/2008/layout/VerticalCurvedList"/>
    <dgm:cxn modelId="{50D16AE1-B584-46D7-B4DA-5B292BD38D0F}" type="presParOf" srcId="{65657F65-3A44-4DAC-85C3-C674DD6EB67B}" destId="{44EC24C2-48F6-4C92-9D7E-1FFC80779E9F}" srcOrd="1" destOrd="0" presId="urn:microsoft.com/office/officeart/2008/layout/VerticalCurvedList"/>
    <dgm:cxn modelId="{9611D544-537F-47E0-88C1-0FCC179DA1B8}" type="presParOf" srcId="{65657F65-3A44-4DAC-85C3-C674DD6EB67B}" destId="{1F378D68-679F-45BA-9C6F-C7663F67DC72}" srcOrd="2" destOrd="0" presId="urn:microsoft.com/office/officeart/2008/layout/VerticalCurvedList"/>
    <dgm:cxn modelId="{A7699B69-48AC-4342-A718-0AFFB9A6B864}" type="presParOf" srcId="{65657F65-3A44-4DAC-85C3-C674DD6EB67B}" destId="{1407A673-FC5D-4B25-A1DF-201FC6EE58D5}" srcOrd="3" destOrd="0" presId="urn:microsoft.com/office/officeart/2008/layout/VerticalCurvedList"/>
    <dgm:cxn modelId="{A66A1679-00D5-415A-9495-52227120397B}" type="presParOf" srcId="{4EA92D1F-7DFC-4F38-A7D2-965F94C797BB}" destId="{11557AD7-E36A-47C3-A29C-95C6BAF3F854}" srcOrd="1" destOrd="0" presId="urn:microsoft.com/office/officeart/2008/layout/VerticalCurvedList"/>
    <dgm:cxn modelId="{B6B9D567-7439-4CFF-BFCD-F1DA0D70ACB9}" type="presParOf" srcId="{4EA92D1F-7DFC-4F38-A7D2-965F94C797BB}" destId="{C01933CB-9FD6-4081-8179-717BA7022753}" srcOrd="2" destOrd="0" presId="urn:microsoft.com/office/officeart/2008/layout/VerticalCurvedList"/>
    <dgm:cxn modelId="{BC01EE38-C21B-442E-A036-A997725B02DD}" type="presParOf" srcId="{C01933CB-9FD6-4081-8179-717BA7022753}" destId="{20851008-6170-4F6A-B566-E39DFAC6E078}" srcOrd="0" destOrd="0" presId="urn:microsoft.com/office/officeart/2008/layout/VerticalCurvedList"/>
    <dgm:cxn modelId="{4910316D-FF1C-4151-A64B-2EAC47139847}" type="presParOf" srcId="{4EA92D1F-7DFC-4F38-A7D2-965F94C797BB}" destId="{82C48D85-3A68-4859-9987-6FF3DBF9AA6A}" srcOrd="3" destOrd="0" presId="urn:microsoft.com/office/officeart/2008/layout/VerticalCurvedList"/>
    <dgm:cxn modelId="{370B8E8F-C9D0-4D76-9F70-17EF646BA0B9}" type="presParOf" srcId="{4EA92D1F-7DFC-4F38-A7D2-965F94C797BB}" destId="{13275721-65A8-4C26-A34C-7F3AB919EB38}" srcOrd="4" destOrd="0" presId="urn:microsoft.com/office/officeart/2008/layout/VerticalCurvedList"/>
    <dgm:cxn modelId="{702BD645-5AC3-451D-A635-11D4588A7418}" type="presParOf" srcId="{13275721-65A8-4C26-A34C-7F3AB919EB38}" destId="{8D936C95-56BE-410F-A1CA-7A43445E4B17}" srcOrd="0" destOrd="0" presId="urn:microsoft.com/office/officeart/2008/layout/VerticalCurvedList"/>
    <dgm:cxn modelId="{C8EFE135-3CF9-427B-A225-D438C5EDBD86}" type="presParOf" srcId="{4EA92D1F-7DFC-4F38-A7D2-965F94C797BB}" destId="{02371383-0E1F-4312-807C-2B2E0669BDBB}" srcOrd="5" destOrd="0" presId="urn:microsoft.com/office/officeart/2008/layout/VerticalCurvedList"/>
    <dgm:cxn modelId="{C1C572C4-89FE-4137-AAEF-59342D93C0D8}" type="presParOf" srcId="{4EA92D1F-7DFC-4F38-A7D2-965F94C797BB}" destId="{4186813A-6912-4C11-A63D-106C513E9588}" srcOrd="6" destOrd="0" presId="urn:microsoft.com/office/officeart/2008/layout/VerticalCurvedList"/>
    <dgm:cxn modelId="{E0341415-B1FC-4D00-A4CE-FB3E54C1B181}" type="presParOf" srcId="{4186813A-6912-4C11-A63D-106C513E9588}" destId="{A7653125-CAF8-45B3-A1E2-4D712B6E153B}" srcOrd="0" destOrd="0" presId="urn:microsoft.com/office/officeart/2008/layout/VerticalCurvedList"/>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1B8CD458-14C7-4981-AC21-742AAFAE4842}" type="doc">
      <dgm:prSet loTypeId="urn:microsoft.com/office/officeart/2008/layout/VerticalCurvedList" loCatId="list" qsTypeId="urn:microsoft.com/office/officeart/2005/8/quickstyle/simple2" qsCatId="simple" csTypeId="urn:microsoft.com/office/officeart/2005/8/colors/accent1_2" csCatId="accent1" phldr="1"/>
      <dgm:spPr/>
      <dgm:t>
        <a:bodyPr/>
        <a:lstStyle/>
        <a:p>
          <a:pPr rtl="1"/>
          <a:endParaRPr lang="fa-IR"/>
        </a:p>
      </dgm:t>
    </dgm:pt>
    <dgm:pt modelId="{4E0AA38C-21A5-4A4F-8ADF-57FCF1869D8D}">
      <dgm:prSet phldrT="[Text]" custT="1"/>
      <dgm:spPr/>
      <dgm:t>
        <a:bodyPr/>
        <a:lstStyle/>
        <a:p>
          <a:pPr algn="r" rtl="1"/>
          <a:r>
            <a:rPr lang="fa-IR" sz="2000" dirty="0">
              <a:latin typeface="Vazirmatn Light" pitchFamily="2" charset="-78"/>
              <a:cs typeface="Vazirmatn Light" pitchFamily="2" charset="-78"/>
            </a:rPr>
            <a:t>یک کتاب خانه از زبان جاوا اسکریپت که با آن نمودار های سایت درست شده است</a:t>
          </a:r>
        </a:p>
      </dgm:t>
    </dgm:pt>
    <dgm:pt modelId="{08307CC5-3B7A-4A12-99BF-D8AF57AEA595}" type="parTrans" cxnId="{E3DBA17D-63DA-4DF0-A3F3-A55F3025A310}">
      <dgm:prSet/>
      <dgm:spPr/>
      <dgm:t>
        <a:bodyPr/>
        <a:lstStyle/>
        <a:p>
          <a:pPr rtl="1"/>
          <a:endParaRPr lang="fa-IR"/>
        </a:p>
      </dgm:t>
    </dgm:pt>
    <dgm:pt modelId="{FEF00EFD-5F7D-4AB8-A0DE-A665819C4F5A}" type="sibTrans" cxnId="{E3DBA17D-63DA-4DF0-A3F3-A55F3025A310}">
      <dgm:prSet/>
      <dgm:spPr/>
      <dgm:t>
        <a:bodyPr/>
        <a:lstStyle/>
        <a:p>
          <a:pPr rtl="1"/>
          <a:endParaRPr lang="fa-IR"/>
        </a:p>
      </dgm:t>
    </dgm:pt>
    <dgm:pt modelId="{9CC586D9-E95F-4489-86A6-763F4190BC83}">
      <dgm:prSet phldrT="[Text]" custT="1"/>
      <dgm:spPr/>
      <dgm:t>
        <a:bodyPr/>
        <a:lstStyle/>
        <a:p>
          <a:pPr algn="r" rtl="1"/>
          <a:r>
            <a:rPr lang="fa-IR" sz="2000" dirty="0">
              <a:latin typeface="Vazirmatn Light" pitchFamily="2" charset="-78"/>
              <a:cs typeface="Vazirmatn Light" pitchFamily="2" charset="-78"/>
            </a:rPr>
            <a:t>یک فریمورک از پایتون که با آن بک اند سایت نوشته شده است</a:t>
          </a:r>
        </a:p>
      </dgm:t>
    </dgm:pt>
    <dgm:pt modelId="{B232C5FD-8455-440A-AC74-800996CA0D9E}" type="parTrans" cxnId="{303F8597-AEDA-409E-9F65-34F1E974ABA4}">
      <dgm:prSet/>
      <dgm:spPr/>
      <dgm:t>
        <a:bodyPr/>
        <a:lstStyle/>
        <a:p>
          <a:pPr rtl="1"/>
          <a:endParaRPr lang="fa-IR"/>
        </a:p>
      </dgm:t>
    </dgm:pt>
    <dgm:pt modelId="{D7F10C72-3EC2-4105-8022-DA52F1BDACB4}" type="sibTrans" cxnId="{303F8597-AEDA-409E-9F65-34F1E974ABA4}">
      <dgm:prSet/>
      <dgm:spPr/>
      <dgm:t>
        <a:bodyPr/>
        <a:lstStyle/>
        <a:p>
          <a:pPr rtl="1"/>
          <a:endParaRPr lang="fa-IR"/>
        </a:p>
      </dgm:t>
    </dgm:pt>
    <dgm:pt modelId="{FA47DCAD-4A46-4856-8533-200B08C2FCA4}">
      <dgm:prSet phldrT="[Text]" custT="1"/>
      <dgm:spPr/>
      <dgm:t>
        <a:bodyPr/>
        <a:lstStyle/>
        <a:p>
          <a:pPr algn="r" rtl="1"/>
          <a:r>
            <a:rPr lang="fa-IR" sz="2000" dirty="0">
              <a:latin typeface="Vazirmatn Light" pitchFamily="2" charset="-78"/>
              <a:cs typeface="Vazirmatn Light" pitchFamily="2" charset="-78"/>
            </a:rPr>
            <a:t>یک کتابخانه از پایتون که با ابزار های ریاضی آن محاسبات مسائل فیزیک انجاده داده شد</a:t>
          </a:r>
        </a:p>
      </dgm:t>
    </dgm:pt>
    <dgm:pt modelId="{8C69559B-F942-4951-A185-0B21C45DDB49}" type="parTrans" cxnId="{E0361A93-CA51-4CC0-830B-7794A5858944}">
      <dgm:prSet/>
      <dgm:spPr/>
      <dgm:t>
        <a:bodyPr/>
        <a:lstStyle/>
        <a:p>
          <a:pPr rtl="1"/>
          <a:endParaRPr lang="fa-IR"/>
        </a:p>
      </dgm:t>
    </dgm:pt>
    <dgm:pt modelId="{624C89DA-A1E0-4AB5-8E1E-186EDC994D79}" type="sibTrans" cxnId="{E0361A93-CA51-4CC0-830B-7794A5858944}">
      <dgm:prSet/>
      <dgm:spPr/>
      <dgm:t>
        <a:bodyPr/>
        <a:lstStyle/>
        <a:p>
          <a:pPr rtl="1"/>
          <a:endParaRPr lang="fa-IR"/>
        </a:p>
      </dgm:t>
    </dgm:pt>
    <dgm:pt modelId="{8051AC65-CE8A-48C1-B73C-69F26F5D81A1}" type="pres">
      <dgm:prSet presAssocID="{1B8CD458-14C7-4981-AC21-742AAFAE4842}" presName="Name0" presStyleCnt="0">
        <dgm:presLayoutVars>
          <dgm:chMax val="7"/>
          <dgm:chPref val="7"/>
          <dgm:dir/>
        </dgm:presLayoutVars>
      </dgm:prSet>
      <dgm:spPr/>
    </dgm:pt>
    <dgm:pt modelId="{4EA92D1F-7DFC-4F38-A7D2-965F94C797BB}" type="pres">
      <dgm:prSet presAssocID="{1B8CD458-14C7-4981-AC21-742AAFAE4842}" presName="Name1" presStyleCnt="0"/>
      <dgm:spPr/>
    </dgm:pt>
    <dgm:pt modelId="{65657F65-3A44-4DAC-85C3-C674DD6EB67B}" type="pres">
      <dgm:prSet presAssocID="{1B8CD458-14C7-4981-AC21-742AAFAE4842}" presName="cycle" presStyleCnt="0"/>
      <dgm:spPr/>
    </dgm:pt>
    <dgm:pt modelId="{B160790D-B773-4EA3-8B1D-CC82765431D9}" type="pres">
      <dgm:prSet presAssocID="{1B8CD458-14C7-4981-AC21-742AAFAE4842}" presName="srcNode" presStyleLbl="node1" presStyleIdx="0" presStyleCnt="3"/>
      <dgm:spPr/>
    </dgm:pt>
    <dgm:pt modelId="{44EC24C2-48F6-4C92-9D7E-1FFC80779E9F}" type="pres">
      <dgm:prSet presAssocID="{1B8CD458-14C7-4981-AC21-742AAFAE4842}" presName="conn" presStyleLbl="parChTrans1D2" presStyleIdx="0" presStyleCnt="1"/>
      <dgm:spPr/>
    </dgm:pt>
    <dgm:pt modelId="{1F378D68-679F-45BA-9C6F-C7663F67DC72}" type="pres">
      <dgm:prSet presAssocID="{1B8CD458-14C7-4981-AC21-742AAFAE4842}" presName="extraNode" presStyleLbl="node1" presStyleIdx="0" presStyleCnt="3"/>
      <dgm:spPr/>
    </dgm:pt>
    <dgm:pt modelId="{1407A673-FC5D-4B25-A1DF-201FC6EE58D5}" type="pres">
      <dgm:prSet presAssocID="{1B8CD458-14C7-4981-AC21-742AAFAE4842}" presName="dstNode" presStyleLbl="node1" presStyleIdx="0" presStyleCnt="3"/>
      <dgm:spPr/>
    </dgm:pt>
    <dgm:pt modelId="{11557AD7-E36A-47C3-A29C-95C6BAF3F854}" type="pres">
      <dgm:prSet presAssocID="{4E0AA38C-21A5-4A4F-8ADF-57FCF1869D8D}" presName="text_1" presStyleLbl="node1" presStyleIdx="0" presStyleCnt="3">
        <dgm:presLayoutVars>
          <dgm:bulletEnabled val="1"/>
        </dgm:presLayoutVars>
      </dgm:prSet>
      <dgm:spPr/>
    </dgm:pt>
    <dgm:pt modelId="{C01933CB-9FD6-4081-8179-717BA7022753}" type="pres">
      <dgm:prSet presAssocID="{4E0AA38C-21A5-4A4F-8ADF-57FCF1869D8D}" presName="accent_1" presStyleCnt="0"/>
      <dgm:spPr/>
    </dgm:pt>
    <dgm:pt modelId="{20851008-6170-4F6A-B566-E39DFAC6E078}" type="pres">
      <dgm:prSet presAssocID="{4E0AA38C-21A5-4A4F-8ADF-57FCF1869D8D}" presName="accentRepeatNode" presStyleLbl="solidFgAcc1" presStyleIdx="0" presStyleCnt="3"/>
      <dgm:spPr/>
    </dgm:pt>
    <dgm:pt modelId="{82C48D85-3A68-4859-9987-6FF3DBF9AA6A}" type="pres">
      <dgm:prSet presAssocID="{9CC586D9-E95F-4489-86A6-763F4190BC83}" presName="text_2" presStyleLbl="node1" presStyleIdx="1" presStyleCnt="3">
        <dgm:presLayoutVars>
          <dgm:bulletEnabled val="1"/>
        </dgm:presLayoutVars>
      </dgm:prSet>
      <dgm:spPr/>
    </dgm:pt>
    <dgm:pt modelId="{13275721-65A8-4C26-A34C-7F3AB919EB38}" type="pres">
      <dgm:prSet presAssocID="{9CC586D9-E95F-4489-86A6-763F4190BC83}" presName="accent_2" presStyleCnt="0"/>
      <dgm:spPr/>
    </dgm:pt>
    <dgm:pt modelId="{8D936C95-56BE-410F-A1CA-7A43445E4B17}" type="pres">
      <dgm:prSet presAssocID="{9CC586D9-E95F-4489-86A6-763F4190BC83}" presName="accentRepeatNode" presStyleLbl="solidFgAcc1" presStyleIdx="1" presStyleCnt="3"/>
      <dgm:spPr/>
    </dgm:pt>
    <dgm:pt modelId="{02371383-0E1F-4312-807C-2B2E0669BDBB}" type="pres">
      <dgm:prSet presAssocID="{FA47DCAD-4A46-4856-8533-200B08C2FCA4}" presName="text_3" presStyleLbl="node1" presStyleIdx="2" presStyleCnt="3">
        <dgm:presLayoutVars>
          <dgm:bulletEnabled val="1"/>
        </dgm:presLayoutVars>
      </dgm:prSet>
      <dgm:spPr/>
    </dgm:pt>
    <dgm:pt modelId="{4186813A-6912-4C11-A63D-106C513E9588}" type="pres">
      <dgm:prSet presAssocID="{FA47DCAD-4A46-4856-8533-200B08C2FCA4}" presName="accent_3" presStyleCnt="0"/>
      <dgm:spPr/>
    </dgm:pt>
    <dgm:pt modelId="{A7653125-CAF8-45B3-A1E2-4D712B6E153B}" type="pres">
      <dgm:prSet presAssocID="{FA47DCAD-4A46-4856-8533-200B08C2FCA4}" presName="accentRepeatNode" presStyleLbl="solidFgAcc1" presStyleIdx="2" presStyleCnt="3"/>
      <dgm:spPr/>
    </dgm:pt>
  </dgm:ptLst>
  <dgm:cxnLst>
    <dgm:cxn modelId="{CEC8551F-2930-46AB-B051-0D5E16F06BFC}" type="presOf" srcId="{1B8CD458-14C7-4981-AC21-742AAFAE4842}" destId="{8051AC65-CE8A-48C1-B73C-69F26F5D81A1}" srcOrd="0" destOrd="0" presId="urn:microsoft.com/office/officeart/2008/layout/VerticalCurvedList"/>
    <dgm:cxn modelId="{4BB21D28-723F-40F8-8932-71C2B6F6BC7D}" type="presOf" srcId="{4E0AA38C-21A5-4A4F-8ADF-57FCF1869D8D}" destId="{11557AD7-E36A-47C3-A29C-95C6BAF3F854}" srcOrd="0" destOrd="0" presId="urn:microsoft.com/office/officeart/2008/layout/VerticalCurvedList"/>
    <dgm:cxn modelId="{61044071-D93E-4861-8FDB-DAC05F125B7E}" type="presOf" srcId="{FA47DCAD-4A46-4856-8533-200B08C2FCA4}" destId="{02371383-0E1F-4312-807C-2B2E0669BDBB}" srcOrd="0" destOrd="0" presId="urn:microsoft.com/office/officeart/2008/layout/VerticalCurvedList"/>
    <dgm:cxn modelId="{E3DBA17D-63DA-4DF0-A3F3-A55F3025A310}" srcId="{1B8CD458-14C7-4981-AC21-742AAFAE4842}" destId="{4E0AA38C-21A5-4A4F-8ADF-57FCF1869D8D}" srcOrd="0" destOrd="0" parTransId="{08307CC5-3B7A-4A12-99BF-D8AF57AEA595}" sibTransId="{FEF00EFD-5F7D-4AB8-A0DE-A665819C4F5A}"/>
    <dgm:cxn modelId="{E0361A93-CA51-4CC0-830B-7794A5858944}" srcId="{1B8CD458-14C7-4981-AC21-742AAFAE4842}" destId="{FA47DCAD-4A46-4856-8533-200B08C2FCA4}" srcOrd="2" destOrd="0" parTransId="{8C69559B-F942-4951-A185-0B21C45DDB49}" sibTransId="{624C89DA-A1E0-4AB5-8E1E-186EDC994D79}"/>
    <dgm:cxn modelId="{303F8597-AEDA-409E-9F65-34F1E974ABA4}" srcId="{1B8CD458-14C7-4981-AC21-742AAFAE4842}" destId="{9CC586D9-E95F-4489-86A6-763F4190BC83}" srcOrd="1" destOrd="0" parTransId="{B232C5FD-8455-440A-AC74-800996CA0D9E}" sibTransId="{D7F10C72-3EC2-4105-8022-DA52F1BDACB4}"/>
    <dgm:cxn modelId="{1C7644BF-E617-44C8-A05A-F36B75153ADB}" type="presOf" srcId="{9CC586D9-E95F-4489-86A6-763F4190BC83}" destId="{82C48D85-3A68-4859-9987-6FF3DBF9AA6A}" srcOrd="0" destOrd="0" presId="urn:microsoft.com/office/officeart/2008/layout/VerticalCurvedList"/>
    <dgm:cxn modelId="{517FE1C5-ED49-461F-9C02-A19D0CDCFD72}" type="presOf" srcId="{FEF00EFD-5F7D-4AB8-A0DE-A665819C4F5A}" destId="{44EC24C2-48F6-4C92-9D7E-1FFC80779E9F}" srcOrd="0" destOrd="0" presId="urn:microsoft.com/office/officeart/2008/layout/VerticalCurvedList"/>
    <dgm:cxn modelId="{70E934D9-B3A1-4ACF-85DE-77ABE0D84415}" type="presParOf" srcId="{8051AC65-CE8A-48C1-B73C-69F26F5D81A1}" destId="{4EA92D1F-7DFC-4F38-A7D2-965F94C797BB}" srcOrd="0" destOrd="0" presId="urn:microsoft.com/office/officeart/2008/layout/VerticalCurvedList"/>
    <dgm:cxn modelId="{84445F5F-E8E6-48E8-AA7A-9FF1DD234443}" type="presParOf" srcId="{4EA92D1F-7DFC-4F38-A7D2-965F94C797BB}" destId="{65657F65-3A44-4DAC-85C3-C674DD6EB67B}" srcOrd="0" destOrd="0" presId="urn:microsoft.com/office/officeart/2008/layout/VerticalCurvedList"/>
    <dgm:cxn modelId="{838921E5-2338-4119-86C7-647E03861573}" type="presParOf" srcId="{65657F65-3A44-4DAC-85C3-C674DD6EB67B}" destId="{B160790D-B773-4EA3-8B1D-CC82765431D9}" srcOrd="0" destOrd="0" presId="urn:microsoft.com/office/officeart/2008/layout/VerticalCurvedList"/>
    <dgm:cxn modelId="{50D16AE1-B584-46D7-B4DA-5B292BD38D0F}" type="presParOf" srcId="{65657F65-3A44-4DAC-85C3-C674DD6EB67B}" destId="{44EC24C2-48F6-4C92-9D7E-1FFC80779E9F}" srcOrd="1" destOrd="0" presId="urn:microsoft.com/office/officeart/2008/layout/VerticalCurvedList"/>
    <dgm:cxn modelId="{9611D544-537F-47E0-88C1-0FCC179DA1B8}" type="presParOf" srcId="{65657F65-3A44-4DAC-85C3-C674DD6EB67B}" destId="{1F378D68-679F-45BA-9C6F-C7663F67DC72}" srcOrd="2" destOrd="0" presId="urn:microsoft.com/office/officeart/2008/layout/VerticalCurvedList"/>
    <dgm:cxn modelId="{A7699B69-48AC-4342-A718-0AFFB9A6B864}" type="presParOf" srcId="{65657F65-3A44-4DAC-85C3-C674DD6EB67B}" destId="{1407A673-FC5D-4B25-A1DF-201FC6EE58D5}" srcOrd="3" destOrd="0" presId="urn:microsoft.com/office/officeart/2008/layout/VerticalCurvedList"/>
    <dgm:cxn modelId="{A66A1679-00D5-415A-9495-52227120397B}" type="presParOf" srcId="{4EA92D1F-7DFC-4F38-A7D2-965F94C797BB}" destId="{11557AD7-E36A-47C3-A29C-95C6BAF3F854}" srcOrd="1" destOrd="0" presId="urn:microsoft.com/office/officeart/2008/layout/VerticalCurvedList"/>
    <dgm:cxn modelId="{B6B9D567-7439-4CFF-BFCD-F1DA0D70ACB9}" type="presParOf" srcId="{4EA92D1F-7DFC-4F38-A7D2-965F94C797BB}" destId="{C01933CB-9FD6-4081-8179-717BA7022753}" srcOrd="2" destOrd="0" presId="urn:microsoft.com/office/officeart/2008/layout/VerticalCurvedList"/>
    <dgm:cxn modelId="{BC01EE38-C21B-442E-A036-A997725B02DD}" type="presParOf" srcId="{C01933CB-9FD6-4081-8179-717BA7022753}" destId="{20851008-6170-4F6A-B566-E39DFAC6E078}" srcOrd="0" destOrd="0" presId="urn:microsoft.com/office/officeart/2008/layout/VerticalCurvedList"/>
    <dgm:cxn modelId="{4910316D-FF1C-4151-A64B-2EAC47139847}" type="presParOf" srcId="{4EA92D1F-7DFC-4F38-A7D2-965F94C797BB}" destId="{82C48D85-3A68-4859-9987-6FF3DBF9AA6A}" srcOrd="3" destOrd="0" presId="urn:microsoft.com/office/officeart/2008/layout/VerticalCurvedList"/>
    <dgm:cxn modelId="{370B8E8F-C9D0-4D76-9F70-17EF646BA0B9}" type="presParOf" srcId="{4EA92D1F-7DFC-4F38-A7D2-965F94C797BB}" destId="{13275721-65A8-4C26-A34C-7F3AB919EB38}" srcOrd="4" destOrd="0" presId="urn:microsoft.com/office/officeart/2008/layout/VerticalCurvedList"/>
    <dgm:cxn modelId="{702BD645-5AC3-451D-A635-11D4588A7418}" type="presParOf" srcId="{13275721-65A8-4C26-A34C-7F3AB919EB38}" destId="{8D936C95-56BE-410F-A1CA-7A43445E4B17}" srcOrd="0" destOrd="0" presId="urn:microsoft.com/office/officeart/2008/layout/VerticalCurvedList"/>
    <dgm:cxn modelId="{C8EFE135-3CF9-427B-A225-D438C5EDBD86}" type="presParOf" srcId="{4EA92D1F-7DFC-4F38-A7D2-965F94C797BB}" destId="{02371383-0E1F-4312-807C-2B2E0669BDBB}" srcOrd="5" destOrd="0" presId="urn:microsoft.com/office/officeart/2008/layout/VerticalCurvedList"/>
    <dgm:cxn modelId="{C1C572C4-89FE-4137-AAEF-59342D93C0D8}" type="presParOf" srcId="{4EA92D1F-7DFC-4F38-A7D2-965F94C797BB}" destId="{4186813A-6912-4C11-A63D-106C513E9588}" srcOrd="6" destOrd="0" presId="urn:microsoft.com/office/officeart/2008/layout/VerticalCurvedList"/>
    <dgm:cxn modelId="{E0341415-B1FC-4D00-A4CE-FB3E54C1B181}" type="presParOf" srcId="{4186813A-6912-4C11-A63D-106C513E9588}" destId="{A7653125-CAF8-45B3-A1E2-4D712B6E153B}" srcOrd="0" destOrd="0" presId="urn:microsoft.com/office/officeart/2008/layout/VerticalCurv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1B8CD458-14C7-4981-AC21-742AAFAE4842}" type="doc">
      <dgm:prSet loTypeId="urn:microsoft.com/office/officeart/2008/layout/VerticalCurvedList" loCatId="list" qsTypeId="urn:microsoft.com/office/officeart/2005/8/quickstyle/simple2" qsCatId="simple" csTypeId="urn:microsoft.com/office/officeart/2005/8/colors/accent1_2" csCatId="accent1" phldr="1"/>
      <dgm:spPr/>
      <dgm:t>
        <a:bodyPr/>
        <a:lstStyle/>
        <a:p>
          <a:pPr rtl="1"/>
          <a:endParaRPr lang="fa-IR"/>
        </a:p>
      </dgm:t>
    </dgm:pt>
    <dgm:pt modelId="{4E0AA38C-21A5-4A4F-8ADF-57FCF1869D8D}">
      <dgm:prSet phldrT="[Text]" custT="1"/>
      <dgm:spPr/>
      <dgm:t>
        <a:bodyPr/>
        <a:lstStyle/>
        <a:p>
          <a:pPr algn="r" rtl="1"/>
          <a:r>
            <a:rPr lang="fa-IR" sz="2000" dirty="0">
              <a:latin typeface="Vazirmatn Light" pitchFamily="2" charset="-78"/>
              <a:cs typeface="Vazirmatn Light" pitchFamily="2" charset="-78"/>
            </a:rPr>
            <a:t>یک کتاب خانه از زبان جاوا اسکریپت که با آن نمودار های سایت درست شده است</a:t>
          </a:r>
        </a:p>
      </dgm:t>
    </dgm:pt>
    <dgm:pt modelId="{08307CC5-3B7A-4A12-99BF-D8AF57AEA595}" type="parTrans" cxnId="{E3DBA17D-63DA-4DF0-A3F3-A55F3025A310}">
      <dgm:prSet/>
      <dgm:spPr/>
      <dgm:t>
        <a:bodyPr/>
        <a:lstStyle/>
        <a:p>
          <a:pPr rtl="1"/>
          <a:endParaRPr lang="fa-IR"/>
        </a:p>
      </dgm:t>
    </dgm:pt>
    <dgm:pt modelId="{FEF00EFD-5F7D-4AB8-A0DE-A665819C4F5A}" type="sibTrans" cxnId="{E3DBA17D-63DA-4DF0-A3F3-A55F3025A310}">
      <dgm:prSet/>
      <dgm:spPr/>
      <dgm:t>
        <a:bodyPr/>
        <a:lstStyle/>
        <a:p>
          <a:pPr rtl="1"/>
          <a:endParaRPr lang="fa-IR"/>
        </a:p>
      </dgm:t>
    </dgm:pt>
    <dgm:pt modelId="{9CC586D9-E95F-4489-86A6-763F4190BC83}">
      <dgm:prSet phldrT="[Text]" custT="1"/>
      <dgm:spPr/>
      <dgm:t>
        <a:bodyPr/>
        <a:lstStyle/>
        <a:p>
          <a:pPr algn="r" rtl="1"/>
          <a:r>
            <a:rPr lang="fa-IR" sz="2000" dirty="0">
              <a:latin typeface="Vazirmatn Light" pitchFamily="2" charset="-78"/>
              <a:cs typeface="Vazirmatn Light" pitchFamily="2" charset="-78"/>
            </a:rPr>
            <a:t>یک فریمورک از پایتون که با آن بک اند سایت نوشته شده است</a:t>
          </a:r>
        </a:p>
      </dgm:t>
    </dgm:pt>
    <dgm:pt modelId="{B232C5FD-8455-440A-AC74-800996CA0D9E}" type="parTrans" cxnId="{303F8597-AEDA-409E-9F65-34F1E974ABA4}">
      <dgm:prSet/>
      <dgm:spPr/>
      <dgm:t>
        <a:bodyPr/>
        <a:lstStyle/>
        <a:p>
          <a:pPr rtl="1"/>
          <a:endParaRPr lang="fa-IR"/>
        </a:p>
      </dgm:t>
    </dgm:pt>
    <dgm:pt modelId="{D7F10C72-3EC2-4105-8022-DA52F1BDACB4}" type="sibTrans" cxnId="{303F8597-AEDA-409E-9F65-34F1E974ABA4}">
      <dgm:prSet/>
      <dgm:spPr/>
      <dgm:t>
        <a:bodyPr/>
        <a:lstStyle/>
        <a:p>
          <a:pPr rtl="1"/>
          <a:endParaRPr lang="fa-IR"/>
        </a:p>
      </dgm:t>
    </dgm:pt>
    <dgm:pt modelId="{FA47DCAD-4A46-4856-8533-200B08C2FCA4}">
      <dgm:prSet phldrT="[Text]" custT="1"/>
      <dgm:spPr/>
      <dgm:t>
        <a:bodyPr/>
        <a:lstStyle/>
        <a:p>
          <a:pPr algn="r" rtl="1"/>
          <a:r>
            <a:rPr lang="fa-IR" sz="2000" dirty="0">
              <a:latin typeface="Vazirmatn Light" pitchFamily="2" charset="-78"/>
              <a:cs typeface="Vazirmatn Light" pitchFamily="2" charset="-78"/>
            </a:rPr>
            <a:t>یک کتابخانه از پایتون که با ابزار های ریاضی آن محاسبات مسائل فیزیک انجاده داده شد</a:t>
          </a:r>
        </a:p>
      </dgm:t>
    </dgm:pt>
    <dgm:pt modelId="{8C69559B-F942-4951-A185-0B21C45DDB49}" type="parTrans" cxnId="{E0361A93-CA51-4CC0-830B-7794A5858944}">
      <dgm:prSet/>
      <dgm:spPr/>
      <dgm:t>
        <a:bodyPr/>
        <a:lstStyle/>
        <a:p>
          <a:pPr rtl="1"/>
          <a:endParaRPr lang="fa-IR"/>
        </a:p>
      </dgm:t>
    </dgm:pt>
    <dgm:pt modelId="{624C89DA-A1E0-4AB5-8E1E-186EDC994D79}" type="sibTrans" cxnId="{E0361A93-CA51-4CC0-830B-7794A5858944}">
      <dgm:prSet/>
      <dgm:spPr/>
      <dgm:t>
        <a:bodyPr/>
        <a:lstStyle/>
        <a:p>
          <a:pPr rtl="1"/>
          <a:endParaRPr lang="fa-IR"/>
        </a:p>
      </dgm:t>
    </dgm:pt>
    <dgm:pt modelId="{8051AC65-CE8A-48C1-B73C-69F26F5D81A1}" type="pres">
      <dgm:prSet presAssocID="{1B8CD458-14C7-4981-AC21-742AAFAE4842}" presName="Name0" presStyleCnt="0">
        <dgm:presLayoutVars>
          <dgm:chMax val="7"/>
          <dgm:chPref val="7"/>
          <dgm:dir/>
        </dgm:presLayoutVars>
      </dgm:prSet>
      <dgm:spPr/>
    </dgm:pt>
    <dgm:pt modelId="{4EA92D1F-7DFC-4F38-A7D2-965F94C797BB}" type="pres">
      <dgm:prSet presAssocID="{1B8CD458-14C7-4981-AC21-742AAFAE4842}" presName="Name1" presStyleCnt="0"/>
      <dgm:spPr/>
    </dgm:pt>
    <dgm:pt modelId="{65657F65-3A44-4DAC-85C3-C674DD6EB67B}" type="pres">
      <dgm:prSet presAssocID="{1B8CD458-14C7-4981-AC21-742AAFAE4842}" presName="cycle" presStyleCnt="0"/>
      <dgm:spPr/>
    </dgm:pt>
    <dgm:pt modelId="{B160790D-B773-4EA3-8B1D-CC82765431D9}" type="pres">
      <dgm:prSet presAssocID="{1B8CD458-14C7-4981-AC21-742AAFAE4842}" presName="srcNode" presStyleLbl="node1" presStyleIdx="0" presStyleCnt="3"/>
      <dgm:spPr/>
    </dgm:pt>
    <dgm:pt modelId="{44EC24C2-48F6-4C92-9D7E-1FFC80779E9F}" type="pres">
      <dgm:prSet presAssocID="{1B8CD458-14C7-4981-AC21-742AAFAE4842}" presName="conn" presStyleLbl="parChTrans1D2" presStyleIdx="0" presStyleCnt="1"/>
      <dgm:spPr/>
    </dgm:pt>
    <dgm:pt modelId="{1F378D68-679F-45BA-9C6F-C7663F67DC72}" type="pres">
      <dgm:prSet presAssocID="{1B8CD458-14C7-4981-AC21-742AAFAE4842}" presName="extraNode" presStyleLbl="node1" presStyleIdx="0" presStyleCnt="3"/>
      <dgm:spPr/>
    </dgm:pt>
    <dgm:pt modelId="{1407A673-FC5D-4B25-A1DF-201FC6EE58D5}" type="pres">
      <dgm:prSet presAssocID="{1B8CD458-14C7-4981-AC21-742AAFAE4842}" presName="dstNode" presStyleLbl="node1" presStyleIdx="0" presStyleCnt="3"/>
      <dgm:spPr/>
    </dgm:pt>
    <dgm:pt modelId="{11557AD7-E36A-47C3-A29C-95C6BAF3F854}" type="pres">
      <dgm:prSet presAssocID="{4E0AA38C-21A5-4A4F-8ADF-57FCF1869D8D}" presName="text_1" presStyleLbl="node1" presStyleIdx="0" presStyleCnt="3">
        <dgm:presLayoutVars>
          <dgm:bulletEnabled val="1"/>
        </dgm:presLayoutVars>
      </dgm:prSet>
      <dgm:spPr/>
    </dgm:pt>
    <dgm:pt modelId="{C01933CB-9FD6-4081-8179-717BA7022753}" type="pres">
      <dgm:prSet presAssocID="{4E0AA38C-21A5-4A4F-8ADF-57FCF1869D8D}" presName="accent_1" presStyleCnt="0"/>
      <dgm:spPr/>
    </dgm:pt>
    <dgm:pt modelId="{20851008-6170-4F6A-B566-E39DFAC6E078}" type="pres">
      <dgm:prSet presAssocID="{4E0AA38C-21A5-4A4F-8ADF-57FCF1869D8D}" presName="accentRepeatNode" presStyleLbl="solidFgAcc1" presStyleIdx="0" presStyleCnt="3"/>
      <dgm:spPr/>
    </dgm:pt>
    <dgm:pt modelId="{82C48D85-3A68-4859-9987-6FF3DBF9AA6A}" type="pres">
      <dgm:prSet presAssocID="{9CC586D9-E95F-4489-86A6-763F4190BC83}" presName="text_2" presStyleLbl="node1" presStyleIdx="1" presStyleCnt="3">
        <dgm:presLayoutVars>
          <dgm:bulletEnabled val="1"/>
        </dgm:presLayoutVars>
      </dgm:prSet>
      <dgm:spPr/>
    </dgm:pt>
    <dgm:pt modelId="{13275721-65A8-4C26-A34C-7F3AB919EB38}" type="pres">
      <dgm:prSet presAssocID="{9CC586D9-E95F-4489-86A6-763F4190BC83}" presName="accent_2" presStyleCnt="0"/>
      <dgm:spPr/>
    </dgm:pt>
    <dgm:pt modelId="{8D936C95-56BE-410F-A1CA-7A43445E4B17}" type="pres">
      <dgm:prSet presAssocID="{9CC586D9-E95F-4489-86A6-763F4190BC83}" presName="accentRepeatNode" presStyleLbl="solidFgAcc1" presStyleIdx="1" presStyleCnt="3"/>
      <dgm:spPr/>
    </dgm:pt>
    <dgm:pt modelId="{02371383-0E1F-4312-807C-2B2E0669BDBB}" type="pres">
      <dgm:prSet presAssocID="{FA47DCAD-4A46-4856-8533-200B08C2FCA4}" presName="text_3" presStyleLbl="node1" presStyleIdx="2" presStyleCnt="3">
        <dgm:presLayoutVars>
          <dgm:bulletEnabled val="1"/>
        </dgm:presLayoutVars>
      </dgm:prSet>
      <dgm:spPr/>
    </dgm:pt>
    <dgm:pt modelId="{4186813A-6912-4C11-A63D-106C513E9588}" type="pres">
      <dgm:prSet presAssocID="{FA47DCAD-4A46-4856-8533-200B08C2FCA4}" presName="accent_3" presStyleCnt="0"/>
      <dgm:spPr/>
    </dgm:pt>
    <dgm:pt modelId="{A7653125-CAF8-45B3-A1E2-4D712B6E153B}" type="pres">
      <dgm:prSet presAssocID="{FA47DCAD-4A46-4856-8533-200B08C2FCA4}" presName="accentRepeatNode" presStyleLbl="solidFgAcc1" presStyleIdx="2" presStyleCnt="3"/>
      <dgm:spPr/>
    </dgm:pt>
  </dgm:ptLst>
  <dgm:cxnLst>
    <dgm:cxn modelId="{CEC8551F-2930-46AB-B051-0D5E16F06BFC}" type="presOf" srcId="{1B8CD458-14C7-4981-AC21-742AAFAE4842}" destId="{8051AC65-CE8A-48C1-B73C-69F26F5D81A1}" srcOrd="0" destOrd="0" presId="urn:microsoft.com/office/officeart/2008/layout/VerticalCurvedList"/>
    <dgm:cxn modelId="{4BB21D28-723F-40F8-8932-71C2B6F6BC7D}" type="presOf" srcId="{4E0AA38C-21A5-4A4F-8ADF-57FCF1869D8D}" destId="{11557AD7-E36A-47C3-A29C-95C6BAF3F854}" srcOrd="0" destOrd="0" presId="urn:microsoft.com/office/officeart/2008/layout/VerticalCurvedList"/>
    <dgm:cxn modelId="{61044071-D93E-4861-8FDB-DAC05F125B7E}" type="presOf" srcId="{FA47DCAD-4A46-4856-8533-200B08C2FCA4}" destId="{02371383-0E1F-4312-807C-2B2E0669BDBB}" srcOrd="0" destOrd="0" presId="urn:microsoft.com/office/officeart/2008/layout/VerticalCurvedList"/>
    <dgm:cxn modelId="{E3DBA17D-63DA-4DF0-A3F3-A55F3025A310}" srcId="{1B8CD458-14C7-4981-AC21-742AAFAE4842}" destId="{4E0AA38C-21A5-4A4F-8ADF-57FCF1869D8D}" srcOrd="0" destOrd="0" parTransId="{08307CC5-3B7A-4A12-99BF-D8AF57AEA595}" sibTransId="{FEF00EFD-5F7D-4AB8-A0DE-A665819C4F5A}"/>
    <dgm:cxn modelId="{E0361A93-CA51-4CC0-830B-7794A5858944}" srcId="{1B8CD458-14C7-4981-AC21-742AAFAE4842}" destId="{FA47DCAD-4A46-4856-8533-200B08C2FCA4}" srcOrd="2" destOrd="0" parTransId="{8C69559B-F942-4951-A185-0B21C45DDB49}" sibTransId="{624C89DA-A1E0-4AB5-8E1E-186EDC994D79}"/>
    <dgm:cxn modelId="{303F8597-AEDA-409E-9F65-34F1E974ABA4}" srcId="{1B8CD458-14C7-4981-AC21-742AAFAE4842}" destId="{9CC586D9-E95F-4489-86A6-763F4190BC83}" srcOrd="1" destOrd="0" parTransId="{B232C5FD-8455-440A-AC74-800996CA0D9E}" sibTransId="{D7F10C72-3EC2-4105-8022-DA52F1BDACB4}"/>
    <dgm:cxn modelId="{1C7644BF-E617-44C8-A05A-F36B75153ADB}" type="presOf" srcId="{9CC586D9-E95F-4489-86A6-763F4190BC83}" destId="{82C48D85-3A68-4859-9987-6FF3DBF9AA6A}" srcOrd="0" destOrd="0" presId="urn:microsoft.com/office/officeart/2008/layout/VerticalCurvedList"/>
    <dgm:cxn modelId="{517FE1C5-ED49-461F-9C02-A19D0CDCFD72}" type="presOf" srcId="{FEF00EFD-5F7D-4AB8-A0DE-A665819C4F5A}" destId="{44EC24C2-48F6-4C92-9D7E-1FFC80779E9F}" srcOrd="0" destOrd="0" presId="urn:microsoft.com/office/officeart/2008/layout/VerticalCurvedList"/>
    <dgm:cxn modelId="{70E934D9-B3A1-4ACF-85DE-77ABE0D84415}" type="presParOf" srcId="{8051AC65-CE8A-48C1-B73C-69F26F5D81A1}" destId="{4EA92D1F-7DFC-4F38-A7D2-965F94C797BB}" srcOrd="0" destOrd="0" presId="urn:microsoft.com/office/officeart/2008/layout/VerticalCurvedList"/>
    <dgm:cxn modelId="{84445F5F-E8E6-48E8-AA7A-9FF1DD234443}" type="presParOf" srcId="{4EA92D1F-7DFC-4F38-A7D2-965F94C797BB}" destId="{65657F65-3A44-4DAC-85C3-C674DD6EB67B}" srcOrd="0" destOrd="0" presId="urn:microsoft.com/office/officeart/2008/layout/VerticalCurvedList"/>
    <dgm:cxn modelId="{838921E5-2338-4119-86C7-647E03861573}" type="presParOf" srcId="{65657F65-3A44-4DAC-85C3-C674DD6EB67B}" destId="{B160790D-B773-4EA3-8B1D-CC82765431D9}" srcOrd="0" destOrd="0" presId="urn:microsoft.com/office/officeart/2008/layout/VerticalCurvedList"/>
    <dgm:cxn modelId="{50D16AE1-B584-46D7-B4DA-5B292BD38D0F}" type="presParOf" srcId="{65657F65-3A44-4DAC-85C3-C674DD6EB67B}" destId="{44EC24C2-48F6-4C92-9D7E-1FFC80779E9F}" srcOrd="1" destOrd="0" presId="urn:microsoft.com/office/officeart/2008/layout/VerticalCurvedList"/>
    <dgm:cxn modelId="{9611D544-537F-47E0-88C1-0FCC179DA1B8}" type="presParOf" srcId="{65657F65-3A44-4DAC-85C3-C674DD6EB67B}" destId="{1F378D68-679F-45BA-9C6F-C7663F67DC72}" srcOrd="2" destOrd="0" presId="urn:microsoft.com/office/officeart/2008/layout/VerticalCurvedList"/>
    <dgm:cxn modelId="{A7699B69-48AC-4342-A718-0AFFB9A6B864}" type="presParOf" srcId="{65657F65-3A44-4DAC-85C3-C674DD6EB67B}" destId="{1407A673-FC5D-4B25-A1DF-201FC6EE58D5}" srcOrd="3" destOrd="0" presId="urn:microsoft.com/office/officeart/2008/layout/VerticalCurvedList"/>
    <dgm:cxn modelId="{A66A1679-00D5-415A-9495-52227120397B}" type="presParOf" srcId="{4EA92D1F-7DFC-4F38-A7D2-965F94C797BB}" destId="{11557AD7-E36A-47C3-A29C-95C6BAF3F854}" srcOrd="1" destOrd="0" presId="urn:microsoft.com/office/officeart/2008/layout/VerticalCurvedList"/>
    <dgm:cxn modelId="{B6B9D567-7439-4CFF-BFCD-F1DA0D70ACB9}" type="presParOf" srcId="{4EA92D1F-7DFC-4F38-A7D2-965F94C797BB}" destId="{C01933CB-9FD6-4081-8179-717BA7022753}" srcOrd="2" destOrd="0" presId="urn:microsoft.com/office/officeart/2008/layout/VerticalCurvedList"/>
    <dgm:cxn modelId="{BC01EE38-C21B-442E-A036-A997725B02DD}" type="presParOf" srcId="{C01933CB-9FD6-4081-8179-717BA7022753}" destId="{20851008-6170-4F6A-B566-E39DFAC6E078}" srcOrd="0" destOrd="0" presId="urn:microsoft.com/office/officeart/2008/layout/VerticalCurvedList"/>
    <dgm:cxn modelId="{4910316D-FF1C-4151-A64B-2EAC47139847}" type="presParOf" srcId="{4EA92D1F-7DFC-4F38-A7D2-965F94C797BB}" destId="{82C48D85-3A68-4859-9987-6FF3DBF9AA6A}" srcOrd="3" destOrd="0" presId="urn:microsoft.com/office/officeart/2008/layout/VerticalCurvedList"/>
    <dgm:cxn modelId="{370B8E8F-C9D0-4D76-9F70-17EF646BA0B9}" type="presParOf" srcId="{4EA92D1F-7DFC-4F38-A7D2-965F94C797BB}" destId="{13275721-65A8-4C26-A34C-7F3AB919EB38}" srcOrd="4" destOrd="0" presId="urn:microsoft.com/office/officeart/2008/layout/VerticalCurvedList"/>
    <dgm:cxn modelId="{702BD645-5AC3-451D-A635-11D4588A7418}" type="presParOf" srcId="{13275721-65A8-4C26-A34C-7F3AB919EB38}" destId="{8D936C95-56BE-410F-A1CA-7A43445E4B17}" srcOrd="0" destOrd="0" presId="urn:microsoft.com/office/officeart/2008/layout/VerticalCurvedList"/>
    <dgm:cxn modelId="{C8EFE135-3CF9-427B-A225-D438C5EDBD86}" type="presParOf" srcId="{4EA92D1F-7DFC-4F38-A7D2-965F94C797BB}" destId="{02371383-0E1F-4312-807C-2B2E0669BDBB}" srcOrd="5" destOrd="0" presId="urn:microsoft.com/office/officeart/2008/layout/VerticalCurvedList"/>
    <dgm:cxn modelId="{C1C572C4-89FE-4137-AAEF-59342D93C0D8}" type="presParOf" srcId="{4EA92D1F-7DFC-4F38-A7D2-965F94C797BB}" destId="{4186813A-6912-4C11-A63D-106C513E9588}" srcOrd="6" destOrd="0" presId="urn:microsoft.com/office/officeart/2008/layout/VerticalCurvedList"/>
    <dgm:cxn modelId="{E0341415-B1FC-4D00-A4CE-FB3E54C1B181}" type="presParOf" srcId="{4186813A-6912-4C11-A63D-106C513E9588}" destId="{A7653125-CAF8-45B3-A1E2-4D712B6E153B}" srcOrd="0" destOrd="0" presId="urn:microsoft.com/office/officeart/2008/layout/VerticalCurv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DE4F38A-5A25-4450-9B22-9AA9F0F6A7E5}">
      <dsp:nvSpPr>
        <dsp:cNvPr id="0" name=""/>
        <dsp:cNvSpPr/>
      </dsp:nvSpPr>
      <dsp:spPr>
        <a:xfrm>
          <a:off x="832" y="162937"/>
          <a:ext cx="3247642" cy="1948585"/>
        </a:xfrm>
        <a:prstGeom prst="rect">
          <a:avLst/>
        </a:prstGeom>
        <a:solidFill>
          <a:schemeClr val="accent1">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167640" tIns="167640" rIns="167640" bIns="167640" numCol="1" spcCol="1270" anchor="ctr" anchorCtr="0">
          <a:noAutofit/>
        </a:bodyPr>
        <a:lstStyle/>
        <a:p>
          <a:pPr marL="0" lvl="0" indent="0" algn="ctr" defTabSz="1955800" rtl="1">
            <a:lnSpc>
              <a:spcPct val="90000"/>
            </a:lnSpc>
            <a:spcBef>
              <a:spcPct val="0"/>
            </a:spcBef>
            <a:spcAft>
              <a:spcPct val="35000"/>
            </a:spcAft>
            <a:buNone/>
          </a:pPr>
          <a:r>
            <a:rPr lang="fa-IR" sz="4400" kern="1200" dirty="0">
              <a:latin typeface="Vazirmatn Light" pitchFamily="2" charset="-78"/>
              <a:cs typeface="Vazirmatn Light" pitchFamily="2" charset="-78"/>
            </a:rPr>
            <a:t>ثبت نام و ورود</a:t>
          </a:r>
        </a:p>
      </dsp:txBody>
      <dsp:txXfrm>
        <a:off x="832" y="162937"/>
        <a:ext cx="3247642" cy="1948585"/>
      </dsp:txXfrm>
    </dsp:sp>
    <dsp:sp modelId="{948E65FC-DC11-41E0-B760-45557AA0AD82}">
      <dsp:nvSpPr>
        <dsp:cNvPr id="0" name=""/>
        <dsp:cNvSpPr/>
      </dsp:nvSpPr>
      <dsp:spPr>
        <a:xfrm>
          <a:off x="3573239" y="162937"/>
          <a:ext cx="3247642" cy="1948585"/>
        </a:xfrm>
        <a:prstGeom prst="rect">
          <a:avLst/>
        </a:prstGeom>
        <a:solidFill>
          <a:schemeClr val="accent1">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209550" tIns="209550" rIns="209550" bIns="209550" numCol="1" spcCol="1270" anchor="ctr" anchorCtr="0">
          <a:noAutofit/>
        </a:bodyPr>
        <a:lstStyle/>
        <a:p>
          <a:pPr marL="0" lvl="0" indent="0" algn="ctr" defTabSz="2444750" rtl="1">
            <a:lnSpc>
              <a:spcPct val="90000"/>
            </a:lnSpc>
            <a:spcBef>
              <a:spcPct val="0"/>
            </a:spcBef>
            <a:spcAft>
              <a:spcPct val="35000"/>
            </a:spcAft>
            <a:buNone/>
          </a:pPr>
          <a:r>
            <a:rPr lang="fa-IR" sz="5500" kern="1200" dirty="0">
              <a:latin typeface="Vazirmatn Light" pitchFamily="2" charset="-78"/>
              <a:cs typeface="Vazirmatn Light" pitchFamily="2" charset="-78"/>
            </a:rPr>
            <a:t>آزمایش ها</a:t>
          </a:r>
        </a:p>
      </dsp:txBody>
      <dsp:txXfrm>
        <a:off x="3573239" y="162937"/>
        <a:ext cx="3247642" cy="1948585"/>
      </dsp:txXfrm>
    </dsp:sp>
    <dsp:sp modelId="{AF321547-E2C1-4BC5-92F8-CA330AD044DE}">
      <dsp:nvSpPr>
        <dsp:cNvPr id="0" name=""/>
        <dsp:cNvSpPr/>
      </dsp:nvSpPr>
      <dsp:spPr>
        <a:xfrm>
          <a:off x="832" y="2436287"/>
          <a:ext cx="3247642" cy="1948585"/>
        </a:xfrm>
        <a:prstGeom prst="rect">
          <a:avLst/>
        </a:prstGeom>
        <a:solidFill>
          <a:schemeClr val="accent1">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209550" tIns="209550" rIns="209550" bIns="209550" numCol="1" spcCol="1270" anchor="ctr" anchorCtr="0">
          <a:noAutofit/>
        </a:bodyPr>
        <a:lstStyle/>
        <a:p>
          <a:pPr marL="0" lvl="0" indent="0" algn="ctr" defTabSz="2444750" rtl="1">
            <a:lnSpc>
              <a:spcPct val="90000"/>
            </a:lnSpc>
            <a:spcBef>
              <a:spcPct val="0"/>
            </a:spcBef>
            <a:spcAft>
              <a:spcPct val="35000"/>
            </a:spcAft>
            <a:buNone/>
          </a:pPr>
          <a:r>
            <a:rPr lang="fa-IR" sz="5500" kern="1200" dirty="0">
              <a:latin typeface="Vazirmatn Light" pitchFamily="2" charset="-78"/>
              <a:cs typeface="Vazirmatn Light" pitchFamily="2" charset="-78"/>
            </a:rPr>
            <a:t>سازندگان</a:t>
          </a:r>
        </a:p>
      </dsp:txBody>
      <dsp:txXfrm>
        <a:off x="832" y="2436287"/>
        <a:ext cx="3247642" cy="1948585"/>
      </dsp:txXfrm>
    </dsp:sp>
    <dsp:sp modelId="{300D6A19-C988-42B9-8018-11E69A69986D}">
      <dsp:nvSpPr>
        <dsp:cNvPr id="0" name=""/>
        <dsp:cNvSpPr/>
      </dsp:nvSpPr>
      <dsp:spPr>
        <a:xfrm>
          <a:off x="3573239" y="2436287"/>
          <a:ext cx="3247642" cy="1948585"/>
        </a:xfrm>
        <a:prstGeom prst="rect">
          <a:avLst/>
        </a:prstGeom>
        <a:solidFill>
          <a:schemeClr val="accent1">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209550" tIns="209550" rIns="209550" bIns="209550" numCol="1" spcCol="1270" anchor="ctr" anchorCtr="0">
          <a:noAutofit/>
        </a:bodyPr>
        <a:lstStyle/>
        <a:p>
          <a:pPr marL="0" lvl="0" indent="0" algn="ctr" defTabSz="2444750" rtl="1">
            <a:lnSpc>
              <a:spcPct val="90000"/>
            </a:lnSpc>
            <a:spcBef>
              <a:spcPct val="0"/>
            </a:spcBef>
            <a:spcAft>
              <a:spcPct val="35000"/>
            </a:spcAft>
            <a:buNone/>
          </a:pPr>
          <a:r>
            <a:rPr lang="fa-IR" sz="5500" kern="1200" dirty="0">
              <a:latin typeface="Vazirmatn Light" pitchFamily="2" charset="-78"/>
              <a:cs typeface="Vazirmatn Light" pitchFamily="2" charset="-78"/>
            </a:rPr>
            <a:t>ارتباط با ما</a:t>
          </a:r>
        </a:p>
      </dsp:txBody>
      <dsp:txXfrm>
        <a:off x="3573239" y="2436287"/>
        <a:ext cx="3247642" cy="194858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DE4F38A-5A25-4450-9B22-9AA9F0F6A7E5}">
      <dsp:nvSpPr>
        <dsp:cNvPr id="0" name=""/>
        <dsp:cNvSpPr/>
      </dsp:nvSpPr>
      <dsp:spPr>
        <a:xfrm>
          <a:off x="832" y="162937"/>
          <a:ext cx="3247642" cy="1948585"/>
        </a:xfrm>
        <a:prstGeom prst="rect">
          <a:avLst/>
        </a:prstGeom>
        <a:solidFill>
          <a:schemeClr val="accent1">
            <a:hueOff val="0"/>
            <a:satOff val="0"/>
            <a:lumOff val="0"/>
            <a:alphaOff val="0"/>
          </a:schemeClr>
        </a:solidFill>
        <a:ln>
          <a:noFill/>
        </a:ln>
        <a:effectLst/>
        <a:sp3d extrusionH="50600" prstMaterial="metal">
          <a:bevelT w="101600" h="80600" prst="relaxedInset"/>
          <a:bevelB w="80600" h="80600" prst="relaxedInset"/>
        </a:sp3d>
      </dsp:spPr>
      <dsp:style>
        <a:lnRef idx="0">
          <a:scrgbClr r="0" g="0" b="0"/>
        </a:lnRef>
        <a:fillRef idx="1">
          <a:scrgbClr r="0" g="0" b="0"/>
        </a:fillRef>
        <a:effectRef idx="1">
          <a:scrgbClr r="0" g="0" b="0"/>
        </a:effectRef>
        <a:fontRef idx="minor">
          <a:schemeClr val="dk1"/>
        </a:fontRef>
      </dsp:style>
      <dsp:txBody>
        <a:bodyPr spcFirstLastPara="0" vert="horz" wrap="square" lIns="217170" tIns="217170" rIns="217170" bIns="217170" numCol="1" spcCol="1270" anchor="ctr" anchorCtr="0">
          <a:noAutofit/>
        </a:bodyPr>
        <a:lstStyle/>
        <a:p>
          <a:pPr marL="0" lvl="0" indent="0" algn="ctr" defTabSz="2533650" rtl="1">
            <a:lnSpc>
              <a:spcPct val="90000"/>
            </a:lnSpc>
            <a:spcBef>
              <a:spcPct val="0"/>
            </a:spcBef>
            <a:spcAft>
              <a:spcPct val="35000"/>
            </a:spcAft>
            <a:buNone/>
          </a:pPr>
          <a:r>
            <a:rPr lang="en-US" sz="5700" kern="1200" dirty="0">
              <a:latin typeface="Vazirmatn Light" pitchFamily="2" charset="-78"/>
              <a:cs typeface="Vazirmatn Light" pitchFamily="2" charset="-78"/>
            </a:rPr>
            <a:t>ht</a:t>
          </a:r>
          <a:r>
            <a:rPr lang="en-US" sz="5700" kern="1200" dirty="0">
              <a:solidFill>
                <a:prstClr val="black"/>
              </a:solidFill>
              <a:latin typeface="Vazirmatn Light" pitchFamily="2" charset="-78"/>
              <a:ea typeface="+mn-ea"/>
              <a:cs typeface="Vazirmatn Light" pitchFamily="2" charset="-78"/>
            </a:rPr>
            <a:t>m</a:t>
          </a:r>
          <a:r>
            <a:rPr lang="en-US" sz="5700" kern="1200" dirty="0">
              <a:latin typeface="Vazirmatn Light" pitchFamily="2" charset="-78"/>
              <a:cs typeface="Vazirmatn Light" pitchFamily="2" charset="-78"/>
            </a:rPr>
            <a:t>l</a:t>
          </a:r>
          <a:endParaRPr lang="fa-IR" sz="5700" kern="1200" dirty="0">
            <a:latin typeface="Vazirmatn Light" pitchFamily="2" charset="-78"/>
            <a:cs typeface="Vazirmatn Light" pitchFamily="2" charset="-78"/>
          </a:endParaRPr>
        </a:p>
      </dsp:txBody>
      <dsp:txXfrm>
        <a:off x="832" y="162937"/>
        <a:ext cx="3247642" cy="1948585"/>
      </dsp:txXfrm>
    </dsp:sp>
    <dsp:sp modelId="{948E65FC-DC11-41E0-B760-45557AA0AD82}">
      <dsp:nvSpPr>
        <dsp:cNvPr id="0" name=""/>
        <dsp:cNvSpPr/>
      </dsp:nvSpPr>
      <dsp:spPr>
        <a:xfrm>
          <a:off x="3573239" y="162937"/>
          <a:ext cx="3247642" cy="1948585"/>
        </a:xfrm>
        <a:prstGeom prst="rect">
          <a:avLst/>
        </a:prstGeom>
        <a:solidFill>
          <a:schemeClr val="accent1">
            <a:hueOff val="0"/>
            <a:satOff val="0"/>
            <a:lumOff val="0"/>
            <a:alphaOff val="0"/>
          </a:schemeClr>
        </a:solidFill>
        <a:ln>
          <a:noFill/>
        </a:ln>
        <a:effectLst/>
        <a:sp3d extrusionH="50600" prstMaterial="metal">
          <a:bevelT w="101600" h="80600" prst="relaxedInset"/>
          <a:bevelB w="80600" h="80600" prst="relaxedInset"/>
        </a:sp3d>
      </dsp:spPr>
      <dsp:style>
        <a:lnRef idx="0">
          <a:scrgbClr r="0" g="0" b="0"/>
        </a:lnRef>
        <a:fillRef idx="1">
          <a:scrgbClr r="0" g="0" b="0"/>
        </a:fillRef>
        <a:effectRef idx="1">
          <a:scrgbClr r="0" g="0" b="0"/>
        </a:effectRef>
        <a:fontRef idx="minor">
          <a:schemeClr val="dk1"/>
        </a:fontRef>
      </dsp:style>
      <dsp:txBody>
        <a:bodyPr spcFirstLastPara="0" vert="horz" wrap="square" lIns="198120" tIns="198120" rIns="198120" bIns="198120" numCol="1" spcCol="1270" anchor="ctr" anchorCtr="0">
          <a:noAutofit/>
        </a:bodyPr>
        <a:lstStyle/>
        <a:p>
          <a:pPr marL="0" lvl="0" indent="0" algn="ctr" defTabSz="2311400" rtl="1">
            <a:lnSpc>
              <a:spcPct val="90000"/>
            </a:lnSpc>
            <a:spcBef>
              <a:spcPct val="0"/>
            </a:spcBef>
            <a:spcAft>
              <a:spcPct val="35000"/>
            </a:spcAft>
            <a:buNone/>
          </a:pPr>
          <a:r>
            <a:rPr lang="en-US" sz="5200" kern="1200" dirty="0" err="1">
              <a:latin typeface="Vazirmatn Light" pitchFamily="2" charset="-78"/>
              <a:cs typeface="Vazirmatn Light" pitchFamily="2" charset="-78"/>
            </a:rPr>
            <a:t>css</a:t>
          </a:r>
          <a:endParaRPr lang="fa-IR" sz="5200" kern="1200" dirty="0">
            <a:latin typeface="Vazirmatn Light" pitchFamily="2" charset="-78"/>
            <a:cs typeface="Vazirmatn Light" pitchFamily="2" charset="-78"/>
          </a:endParaRPr>
        </a:p>
      </dsp:txBody>
      <dsp:txXfrm>
        <a:off x="3573239" y="162937"/>
        <a:ext cx="3247642" cy="1948585"/>
      </dsp:txXfrm>
    </dsp:sp>
    <dsp:sp modelId="{AF321547-E2C1-4BC5-92F8-CA330AD044DE}">
      <dsp:nvSpPr>
        <dsp:cNvPr id="0" name=""/>
        <dsp:cNvSpPr/>
      </dsp:nvSpPr>
      <dsp:spPr>
        <a:xfrm>
          <a:off x="832" y="2436287"/>
          <a:ext cx="3247642" cy="1948585"/>
        </a:xfrm>
        <a:prstGeom prst="rect">
          <a:avLst/>
        </a:prstGeom>
        <a:solidFill>
          <a:schemeClr val="accent1">
            <a:hueOff val="0"/>
            <a:satOff val="0"/>
            <a:lumOff val="0"/>
            <a:alphaOff val="0"/>
          </a:schemeClr>
        </a:solidFill>
        <a:ln>
          <a:noFill/>
        </a:ln>
        <a:effectLst/>
        <a:sp3d extrusionH="50600" prstMaterial="metal">
          <a:bevelT w="101600" h="80600" prst="relaxedInset"/>
          <a:bevelB w="80600" h="80600" prst="relaxedInset"/>
        </a:sp3d>
      </dsp:spPr>
      <dsp:style>
        <a:lnRef idx="0">
          <a:scrgbClr r="0" g="0" b="0"/>
        </a:lnRef>
        <a:fillRef idx="1">
          <a:scrgbClr r="0" g="0" b="0"/>
        </a:fillRef>
        <a:effectRef idx="1">
          <a:scrgbClr r="0" g="0" b="0"/>
        </a:effectRef>
        <a:fontRef idx="minor">
          <a:schemeClr val="dk1"/>
        </a:fontRef>
      </dsp:style>
      <dsp:txBody>
        <a:bodyPr spcFirstLastPara="0" vert="horz" wrap="square" lIns="198120" tIns="198120" rIns="198120" bIns="198120" numCol="1" spcCol="1270" anchor="ctr" anchorCtr="0">
          <a:noAutofit/>
        </a:bodyPr>
        <a:lstStyle/>
        <a:p>
          <a:pPr marL="0" lvl="0" indent="0" algn="ctr" defTabSz="2311400" rtl="1">
            <a:lnSpc>
              <a:spcPct val="90000"/>
            </a:lnSpc>
            <a:spcBef>
              <a:spcPct val="0"/>
            </a:spcBef>
            <a:spcAft>
              <a:spcPct val="35000"/>
            </a:spcAft>
            <a:buNone/>
          </a:pPr>
          <a:r>
            <a:rPr lang="en-US" sz="5200" kern="1200" dirty="0" err="1">
              <a:latin typeface="Vazirmatn Light" pitchFamily="2" charset="-78"/>
              <a:cs typeface="Vazirmatn Light" pitchFamily="2" charset="-78"/>
            </a:rPr>
            <a:t>javascript</a:t>
          </a:r>
          <a:endParaRPr lang="fa-IR" sz="5200" kern="1200" dirty="0">
            <a:latin typeface="Vazirmatn Light" pitchFamily="2" charset="-78"/>
            <a:cs typeface="Vazirmatn Light" pitchFamily="2" charset="-78"/>
          </a:endParaRPr>
        </a:p>
      </dsp:txBody>
      <dsp:txXfrm>
        <a:off x="832" y="2436287"/>
        <a:ext cx="3247642" cy="1948585"/>
      </dsp:txXfrm>
    </dsp:sp>
    <dsp:sp modelId="{300D6A19-C988-42B9-8018-11E69A69986D}">
      <dsp:nvSpPr>
        <dsp:cNvPr id="0" name=""/>
        <dsp:cNvSpPr/>
      </dsp:nvSpPr>
      <dsp:spPr>
        <a:xfrm>
          <a:off x="3573239" y="2436287"/>
          <a:ext cx="3247642" cy="1948585"/>
        </a:xfrm>
        <a:prstGeom prst="rect">
          <a:avLst/>
        </a:prstGeom>
        <a:solidFill>
          <a:schemeClr val="accent1">
            <a:hueOff val="0"/>
            <a:satOff val="0"/>
            <a:lumOff val="0"/>
            <a:alphaOff val="0"/>
          </a:schemeClr>
        </a:solidFill>
        <a:ln>
          <a:noFill/>
        </a:ln>
        <a:effectLst/>
        <a:sp3d extrusionH="50600" prstMaterial="metal">
          <a:bevelT w="101600" h="80600" prst="relaxedInset"/>
          <a:bevelB w="80600" h="80600" prst="relaxedInset"/>
        </a:sp3d>
      </dsp:spPr>
      <dsp:style>
        <a:lnRef idx="0">
          <a:scrgbClr r="0" g="0" b="0"/>
        </a:lnRef>
        <a:fillRef idx="1">
          <a:scrgbClr r="0" g="0" b="0"/>
        </a:fillRef>
        <a:effectRef idx="1">
          <a:scrgbClr r="0" g="0" b="0"/>
        </a:effectRef>
        <a:fontRef idx="minor">
          <a:schemeClr val="dk1"/>
        </a:fontRef>
      </dsp:style>
      <dsp:txBody>
        <a:bodyPr spcFirstLastPara="0" vert="horz" wrap="square" lIns="198120" tIns="198120" rIns="198120" bIns="198120" numCol="1" spcCol="1270" anchor="ctr" anchorCtr="0">
          <a:noAutofit/>
        </a:bodyPr>
        <a:lstStyle/>
        <a:p>
          <a:pPr marL="0" lvl="0" indent="0" algn="ctr" defTabSz="2311400" rtl="1">
            <a:lnSpc>
              <a:spcPct val="90000"/>
            </a:lnSpc>
            <a:spcBef>
              <a:spcPct val="0"/>
            </a:spcBef>
            <a:spcAft>
              <a:spcPct val="35000"/>
            </a:spcAft>
            <a:buNone/>
          </a:pPr>
          <a:r>
            <a:rPr lang="en-US" sz="5200" kern="1200" dirty="0">
              <a:latin typeface="Vazirmatn Light" pitchFamily="2" charset="-78"/>
              <a:cs typeface="Vazirmatn Light" pitchFamily="2" charset="-78"/>
            </a:rPr>
            <a:t>python</a:t>
          </a:r>
          <a:endParaRPr lang="fa-IR" sz="5200" kern="1200" dirty="0">
            <a:latin typeface="Vazirmatn Light" pitchFamily="2" charset="-78"/>
            <a:cs typeface="Vazirmatn Light" pitchFamily="2" charset="-78"/>
          </a:endParaRPr>
        </a:p>
      </dsp:txBody>
      <dsp:txXfrm>
        <a:off x="3573239" y="2436287"/>
        <a:ext cx="3247642" cy="194858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DE4F38A-5A25-4450-9B22-9AA9F0F6A7E5}">
      <dsp:nvSpPr>
        <dsp:cNvPr id="0" name=""/>
        <dsp:cNvSpPr/>
      </dsp:nvSpPr>
      <dsp:spPr>
        <a:xfrm>
          <a:off x="832" y="162937"/>
          <a:ext cx="3247642" cy="1948585"/>
        </a:xfrm>
        <a:prstGeom prst="rect">
          <a:avLst/>
        </a:prstGeom>
        <a:solidFill>
          <a:schemeClr val="accent1">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167640" tIns="167640" rIns="167640" bIns="167640" numCol="1" spcCol="1270" anchor="ctr" anchorCtr="0">
          <a:noAutofit/>
        </a:bodyPr>
        <a:lstStyle/>
        <a:p>
          <a:pPr marL="0" lvl="0" indent="0" algn="ctr" defTabSz="1955800" rtl="1">
            <a:lnSpc>
              <a:spcPct val="90000"/>
            </a:lnSpc>
            <a:spcBef>
              <a:spcPct val="0"/>
            </a:spcBef>
            <a:spcAft>
              <a:spcPct val="35000"/>
            </a:spcAft>
            <a:buNone/>
          </a:pPr>
          <a:r>
            <a:rPr lang="fa-IR" sz="4400" kern="1200" dirty="0">
              <a:latin typeface="Vazirmatn Light" pitchFamily="2" charset="-78"/>
              <a:cs typeface="Vazirmatn Light" pitchFamily="2" charset="-78"/>
            </a:rPr>
            <a:t>ثبت نام و ورود</a:t>
          </a:r>
        </a:p>
      </dsp:txBody>
      <dsp:txXfrm>
        <a:off x="832" y="162937"/>
        <a:ext cx="3247642" cy="1948585"/>
      </dsp:txXfrm>
    </dsp:sp>
    <dsp:sp modelId="{948E65FC-DC11-41E0-B760-45557AA0AD82}">
      <dsp:nvSpPr>
        <dsp:cNvPr id="0" name=""/>
        <dsp:cNvSpPr/>
      </dsp:nvSpPr>
      <dsp:spPr>
        <a:xfrm>
          <a:off x="3573239" y="162937"/>
          <a:ext cx="3247642" cy="1948585"/>
        </a:xfrm>
        <a:prstGeom prst="rect">
          <a:avLst/>
        </a:prstGeom>
        <a:solidFill>
          <a:schemeClr val="accent1">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209550" tIns="209550" rIns="209550" bIns="209550" numCol="1" spcCol="1270" anchor="ctr" anchorCtr="0">
          <a:noAutofit/>
        </a:bodyPr>
        <a:lstStyle/>
        <a:p>
          <a:pPr marL="0" lvl="0" indent="0" algn="ctr" defTabSz="2444750" rtl="1">
            <a:lnSpc>
              <a:spcPct val="90000"/>
            </a:lnSpc>
            <a:spcBef>
              <a:spcPct val="0"/>
            </a:spcBef>
            <a:spcAft>
              <a:spcPct val="35000"/>
            </a:spcAft>
            <a:buNone/>
          </a:pPr>
          <a:r>
            <a:rPr lang="fa-IR" sz="5500" kern="1200" dirty="0">
              <a:latin typeface="Vazirmatn Light" pitchFamily="2" charset="-78"/>
              <a:cs typeface="Vazirmatn Light" pitchFamily="2" charset="-78"/>
            </a:rPr>
            <a:t>آزمایش ها</a:t>
          </a:r>
        </a:p>
      </dsp:txBody>
      <dsp:txXfrm>
        <a:off x="3573239" y="162937"/>
        <a:ext cx="3247642" cy="1948585"/>
      </dsp:txXfrm>
    </dsp:sp>
    <dsp:sp modelId="{AF321547-E2C1-4BC5-92F8-CA330AD044DE}">
      <dsp:nvSpPr>
        <dsp:cNvPr id="0" name=""/>
        <dsp:cNvSpPr/>
      </dsp:nvSpPr>
      <dsp:spPr>
        <a:xfrm>
          <a:off x="832" y="2436287"/>
          <a:ext cx="3247642" cy="1948585"/>
        </a:xfrm>
        <a:prstGeom prst="rect">
          <a:avLst/>
        </a:prstGeom>
        <a:solidFill>
          <a:schemeClr val="accent1">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209550" tIns="209550" rIns="209550" bIns="209550" numCol="1" spcCol="1270" anchor="ctr" anchorCtr="0">
          <a:noAutofit/>
        </a:bodyPr>
        <a:lstStyle/>
        <a:p>
          <a:pPr marL="0" lvl="0" indent="0" algn="ctr" defTabSz="2444750" rtl="1">
            <a:lnSpc>
              <a:spcPct val="90000"/>
            </a:lnSpc>
            <a:spcBef>
              <a:spcPct val="0"/>
            </a:spcBef>
            <a:spcAft>
              <a:spcPct val="35000"/>
            </a:spcAft>
            <a:buNone/>
          </a:pPr>
          <a:r>
            <a:rPr lang="fa-IR" sz="5500" kern="1200" dirty="0">
              <a:latin typeface="Vazirmatn Light" pitchFamily="2" charset="-78"/>
              <a:cs typeface="Vazirmatn Light" pitchFamily="2" charset="-78"/>
            </a:rPr>
            <a:t>سازندگان</a:t>
          </a:r>
        </a:p>
      </dsp:txBody>
      <dsp:txXfrm>
        <a:off x="832" y="2436287"/>
        <a:ext cx="3247642" cy="1948585"/>
      </dsp:txXfrm>
    </dsp:sp>
    <dsp:sp modelId="{300D6A19-C988-42B9-8018-11E69A69986D}">
      <dsp:nvSpPr>
        <dsp:cNvPr id="0" name=""/>
        <dsp:cNvSpPr/>
      </dsp:nvSpPr>
      <dsp:spPr>
        <a:xfrm>
          <a:off x="3573239" y="2436287"/>
          <a:ext cx="3247642" cy="1948585"/>
        </a:xfrm>
        <a:prstGeom prst="rect">
          <a:avLst/>
        </a:prstGeom>
        <a:solidFill>
          <a:schemeClr val="accent1">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209550" tIns="209550" rIns="209550" bIns="209550" numCol="1" spcCol="1270" anchor="ctr" anchorCtr="0">
          <a:noAutofit/>
        </a:bodyPr>
        <a:lstStyle/>
        <a:p>
          <a:pPr marL="0" lvl="0" indent="0" algn="ctr" defTabSz="2444750" rtl="1">
            <a:lnSpc>
              <a:spcPct val="90000"/>
            </a:lnSpc>
            <a:spcBef>
              <a:spcPct val="0"/>
            </a:spcBef>
            <a:spcAft>
              <a:spcPct val="35000"/>
            </a:spcAft>
            <a:buNone/>
          </a:pPr>
          <a:r>
            <a:rPr lang="fa-IR" sz="5500" kern="1200" dirty="0">
              <a:latin typeface="Vazirmatn Light" pitchFamily="2" charset="-78"/>
              <a:cs typeface="Vazirmatn Light" pitchFamily="2" charset="-78"/>
            </a:rPr>
            <a:t>ارتباط با ما</a:t>
          </a:r>
        </a:p>
      </dsp:txBody>
      <dsp:txXfrm>
        <a:off x="3573239" y="2436287"/>
        <a:ext cx="3247642" cy="1948585"/>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DE4F38A-5A25-4450-9B22-9AA9F0F6A7E5}">
      <dsp:nvSpPr>
        <dsp:cNvPr id="0" name=""/>
        <dsp:cNvSpPr/>
      </dsp:nvSpPr>
      <dsp:spPr>
        <a:xfrm>
          <a:off x="832" y="162937"/>
          <a:ext cx="3247642" cy="1948585"/>
        </a:xfrm>
        <a:prstGeom prst="rect">
          <a:avLst/>
        </a:prstGeom>
        <a:solidFill>
          <a:schemeClr val="accent1">
            <a:hueOff val="0"/>
            <a:satOff val="0"/>
            <a:lumOff val="0"/>
            <a:alphaOff val="0"/>
          </a:schemeClr>
        </a:solidFill>
        <a:ln>
          <a:noFill/>
        </a:ln>
        <a:effectLst/>
        <a:sp3d extrusionH="50600" prstMaterial="metal">
          <a:bevelT w="101600" h="80600" prst="relaxedInset"/>
          <a:bevelB w="80600" h="80600" prst="relaxedInset"/>
        </a:sp3d>
      </dsp:spPr>
      <dsp:style>
        <a:lnRef idx="0">
          <a:scrgbClr r="0" g="0" b="0"/>
        </a:lnRef>
        <a:fillRef idx="1">
          <a:scrgbClr r="0" g="0" b="0"/>
        </a:fillRef>
        <a:effectRef idx="1">
          <a:scrgbClr r="0" g="0" b="0"/>
        </a:effectRef>
        <a:fontRef idx="minor">
          <a:schemeClr val="dk1"/>
        </a:fontRef>
      </dsp:style>
      <dsp:txBody>
        <a:bodyPr spcFirstLastPara="0" vert="horz" wrap="square" lIns="217170" tIns="217170" rIns="217170" bIns="217170" numCol="1" spcCol="1270" anchor="ctr" anchorCtr="0">
          <a:noAutofit/>
        </a:bodyPr>
        <a:lstStyle/>
        <a:p>
          <a:pPr marL="0" lvl="0" indent="0" algn="ctr" defTabSz="2533650" rtl="1">
            <a:lnSpc>
              <a:spcPct val="90000"/>
            </a:lnSpc>
            <a:spcBef>
              <a:spcPct val="0"/>
            </a:spcBef>
            <a:spcAft>
              <a:spcPct val="35000"/>
            </a:spcAft>
            <a:buNone/>
          </a:pPr>
          <a:r>
            <a:rPr lang="en-US" sz="5700" kern="1200" dirty="0">
              <a:latin typeface="Vazirmatn Light" pitchFamily="2" charset="-78"/>
              <a:cs typeface="Vazirmatn Light" pitchFamily="2" charset="-78"/>
            </a:rPr>
            <a:t>ht</a:t>
          </a:r>
          <a:r>
            <a:rPr lang="en-US" sz="5700" kern="1200" dirty="0">
              <a:solidFill>
                <a:prstClr val="black"/>
              </a:solidFill>
              <a:latin typeface="Vazirmatn Light" pitchFamily="2" charset="-78"/>
              <a:ea typeface="+mn-ea"/>
              <a:cs typeface="Vazirmatn Light" pitchFamily="2" charset="-78"/>
            </a:rPr>
            <a:t>m</a:t>
          </a:r>
          <a:r>
            <a:rPr lang="en-US" sz="5700" kern="1200" dirty="0">
              <a:latin typeface="Vazirmatn Light" pitchFamily="2" charset="-78"/>
              <a:cs typeface="Vazirmatn Light" pitchFamily="2" charset="-78"/>
            </a:rPr>
            <a:t>l</a:t>
          </a:r>
          <a:endParaRPr lang="fa-IR" sz="5700" kern="1200" dirty="0">
            <a:latin typeface="Vazirmatn Light" pitchFamily="2" charset="-78"/>
            <a:cs typeface="Vazirmatn Light" pitchFamily="2" charset="-78"/>
          </a:endParaRPr>
        </a:p>
      </dsp:txBody>
      <dsp:txXfrm>
        <a:off x="832" y="162937"/>
        <a:ext cx="3247642" cy="1948585"/>
      </dsp:txXfrm>
    </dsp:sp>
    <dsp:sp modelId="{948E65FC-DC11-41E0-B760-45557AA0AD82}">
      <dsp:nvSpPr>
        <dsp:cNvPr id="0" name=""/>
        <dsp:cNvSpPr/>
      </dsp:nvSpPr>
      <dsp:spPr>
        <a:xfrm>
          <a:off x="3573239" y="162937"/>
          <a:ext cx="3247642" cy="1948585"/>
        </a:xfrm>
        <a:prstGeom prst="rect">
          <a:avLst/>
        </a:prstGeom>
        <a:solidFill>
          <a:schemeClr val="accent1">
            <a:hueOff val="0"/>
            <a:satOff val="0"/>
            <a:lumOff val="0"/>
            <a:alphaOff val="0"/>
          </a:schemeClr>
        </a:solidFill>
        <a:ln>
          <a:noFill/>
        </a:ln>
        <a:effectLst/>
        <a:sp3d extrusionH="50600" prstMaterial="metal">
          <a:bevelT w="101600" h="80600" prst="relaxedInset"/>
          <a:bevelB w="80600" h="80600" prst="relaxedInset"/>
        </a:sp3d>
      </dsp:spPr>
      <dsp:style>
        <a:lnRef idx="0">
          <a:scrgbClr r="0" g="0" b="0"/>
        </a:lnRef>
        <a:fillRef idx="1">
          <a:scrgbClr r="0" g="0" b="0"/>
        </a:fillRef>
        <a:effectRef idx="1">
          <a:scrgbClr r="0" g="0" b="0"/>
        </a:effectRef>
        <a:fontRef idx="minor">
          <a:schemeClr val="dk1"/>
        </a:fontRef>
      </dsp:style>
      <dsp:txBody>
        <a:bodyPr spcFirstLastPara="0" vert="horz" wrap="square" lIns="198120" tIns="198120" rIns="198120" bIns="198120" numCol="1" spcCol="1270" anchor="ctr" anchorCtr="0">
          <a:noAutofit/>
        </a:bodyPr>
        <a:lstStyle/>
        <a:p>
          <a:pPr marL="0" lvl="0" indent="0" algn="ctr" defTabSz="2311400" rtl="1">
            <a:lnSpc>
              <a:spcPct val="90000"/>
            </a:lnSpc>
            <a:spcBef>
              <a:spcPct val="0"/>
            </a:spcBef>
            <a:spcAft>
              <a:spcPct val="35000"/>
            </a:spcAft>
            <a:buNone/>
          </a:pPr>
          <a:r>
            <a:rPr lang="en-US" sz="5200" kern="1200" dirty="0" err="1">
              <a:latin typeface="Vazirmatn Light" pitchFamily="2" charset="-78"/>
              <a:cs typeface="Vazirmatn Light" pitchFamily="2" charset="-78"/>
            </a:rPr>
            <a:t>css</a:t>
          </a:r>
          <a:endParaRPr lang="fa-IR" sz="5200" kern="1200" dirty="0">
            <a:latin typeface="Vazirmatn Light" pitchFamily="2" charset="-78"/>
            <a:cs typeface="Vazirmatn Light" pitchFamily="2" charset="-78"/>
          </a:endParaRPr>
        </a:p>
      </dsp:txBody>
      <dsp:txXfrm>
        <a:off x="3573239" y="162937"/>
        <a:ext cx="3247642" cy="1948585"/>
      </dsp:txXfrm>
    </dsp:sp>
    <dsp:sp modelId="{AF321547-E2C1-4BC5-92F8-CA330AD044DE}">
      <dsp:nvSpPr>
        <dsp:cNvPr id="0" name=""/>
        <dsp:cNvSpPr/>
      </dsp:nvSpPr>
      <dsp:spPr>
        <a:xfrm>
          <a:off x="832" y="2436287"/>
          <a:ext cx="3247642" cy="1948585"/>
        </a:xfrm>
        <a:prstGeom prst="rect">
          <a:avLst/>
        </a:prstGeom>
        <a:solidFill>
          <a:schemeClr val="accent1">
            <a:hueOff val="0"/>
            <a:satOff val="0"/>
            <a:lumOff val="0"/>
            <a:alphaOff val="0"/>
          </a:schemeClr>
        </a:solidFill>
        <a:ln>
          <a:noFill/>
        </a:ln>
        <a:effectLst/>
        <a:sp3d extrusionH="50600" prstMaterial="metal">
          <a:bevelT w="101600" h="80600" prst="relaxedInset"/>
          <a:bevelB w="80600" h="80600" prst="relaxedInset"/>
        </a:sp3d>
      </dsp:spPr>
      <dsp:style>
        <a:lnRef idx="0">
          <a:scrgbClr r="0" g="0" b="0"/>
        </a:lnRef>
        <a:fillRef idx="1">
          <a:scrgbClr r="0" g="0" b="0"/>
        </a:fillRef>
        <a:effectRef idx="1">
          <a:scrgbClr r="0" g="0" b="0"/>
        </a:effectRef>
        <a:fontRef idx="minor">
          <a:schemeClr val="dk1"/>
        </a:fontRef>
      </dsp:style>
      <dsp:txBody>
        <a:bodyPr spcFirstLastPara="0" vert="horz" wrap="square" lIns="198120" tIns="198120" rIns="198120" bIns="198120" numCol="1" spcCol="1270" anchor="ctr" anchorCtr="0">
          <a:noAutofit/>
        </a:bodyPr>
        <a:lstStyle/>
        <a:p>
          <a:pPr marL="0" lvl="0" indent="0" algn="ctr" defTabSz="2311400" rtl="1">
            <a:lnSpc>
              <a:spcPct val="90000"/>
            </a:lnSpc>
            <a:spcBef>
              <a:spcPct val="0"/>
            </a:spcBef>
            <a:spcAft>
              <a:spcPct val="35000"/>
            </a:spcAft>
            <a:buNone/>
          </a:pPr>
          <a:r>
            <a:rPr lang="en-US" sz="5200" kern="1200" dirty="0" err="1">
              <a:latin typeface="Vazirmatn Light" pitchFamily="2" charset="-78"/>
              <a:cs typeface="Vazirmatn Light" pitchFamily="2" charset="-78"/>
            </a:rPr>
            <a:t>javascript</a:t>
          </a:r>
          <a:endParaRPr lang="fa-IR" sz="5200" kern="1200" dirty="0">
            <a:latin typeface="Vazirmatn Light" pitchFamily="2" charset="-78"/>
            <a:cs typeface="Vazirmatn Light" pitchFamily="2" charset="-78"/>
          </a:endParaRPr>
        </a:p>
      </dsp:txBody>
      <dsp:txXfrm>
        <a:off x="832" y="2436287"/>
        <a:ext cx="3247642" cy="1948585"/>
      </dsp:txXfrm>
    </dsp:sp>
    <dsp:sp modelId="{300D6A19-C988-42B9-8018-11E69A69986D}">
      <dsp:nvSpPr>
        <dsp:cNvPr id="0" name=""/>
        <dsp:cNvSpPr/>
      </dsp:nvSpPr>
      <dsp:spPr>
        <a:xfrm>
          <a:off x="3573239" y="2436287"/>
          <a:ext cx="3247642" cy="1948585"/>
        </a:xfrm>
        <a:prstGeom prst="rect">
          <a:avLst/>
        </a:prstGeom>
        <a:solidFill>
          <a:schemeClr val="accent1">
            <a:hueOff val="0"/>
            <a:satOff val="0"/>
            <a:lumOff val="0"/>
            <a:alphaOff val="0"/>
          </a:schemeClr>
        </a:solidFill>
        <a:ln>
          <a:noFill/>
        </a:ln>
        <a:effectLst/>
        <a:sp3d extrusionH="50600" prstMaterial="metal">
          <a:bevelT w="101600" h="80600" prst="relaxedInset"/>
          <a:bevelB w="80600" h="80600" prst="relaxedInset"/>
        </a:sp3d>
      </dsp:spPr>
      <dsp:style>
        <a:lnRef idx="0">
          <a:scrgbClr r="0" g="0" b="0"/>
        </a:lnRef>
        <a:fillRef idx="1">
          <a:scrgbClr r="0" g="0" b="0"/>
        </a:fillRef>
        <a:effectRef idx="1">
          <a:scrgbClr r="0" g="0" b="0"/>
        </a:effectRef>
        <a:fontRef idx="minor">
          <a:schemeClr val="dk1"/>
        </a:fontRef>
      </dsp:style>
      <dsp:txBody>
        <a:bodyPr spcFirstLastPara="0" vert="horz" wrap="square" lIns="198120" tIns="198120" rIns="198120" bIns="198120" numCol="1" spcCol="1270" anchor="ctr" anchorCtr="0">
          <a:noAutofit/>
        </a:bodyPr>
        <a:lstStyle/>
        <a:p>
          <a:pPr marL="0" lvl="0" indent="0" algn="ctr" defTabSz="2311400" rtl="1">
            <a:lnSpc>
              <a:spcPct val="90000"/>
            </a:lnSpc>
            <a:spcBef>
              <a:spcPct val="0"/>
            </a:spcBef>
            <a:spcAft>
              <a:spcPct val="35000"/>
            </a:spcAft>
            <a:buNone/>
          </a:pPr>
          <a:r>
            <a:rPr lang="en-US" sz="5200" kern="1200" dirty="0">
              <a:latin typeface="Vazirmatn Light" pitchFamily="2" charset="-78"/>
              <a:cs typeface="Vazirmatn Light" pitchFamily="2" charset="-78"/>
            </a:rPr>
            <a:t>python</a:t>
          </a:r>
          <a:endParaRPr lang="fa-IR" sz="5200" kern="1200" dirty="0">
            <a:latin typeface="Vazirmatn Light" pitchFamily="2" charset="-78"/>
            <a:cs typeface="Vazirmatn Light" pitchFamily="2" charset="-78"/>
          </a:endParaRPr>
        </a:p>
      </dsp:txBody>
      <dsp:txXfrm>
        <a:off x="3573239" y="2436287"/>
        <a:ext cx="3247642" cy="1948585"/>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DE4F38A-5A25-4450-9B22-9AA9F0F6A7E5}">
      <dsp:nvSpPr>
        <dsp:cNvPr id="0" name=""/>
        <dsp:cNvSpPr/>
      </dsp:nvSpPr>
      <dsp:spPr>
        <a:xfrm>
          <a:off x="832" y="162937"/>
          <a:ext cx="3247642" cy="1948585"/>
        </a:xfrm>
        <a:prstGeom prst="rect">
          <a:avLst/>
        </a:prstGeom>
        <a:solidFill>
          <a:schemeClr val="accent1">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167640" tIns="167640" rIns="167640" bIns="167640" numCol="1" spcCol="1270" anchor="ctr" anchorCtr="0">
          <a:noAutofit/>
        </a:bodyPr>
        <a:lstStyle/>
        <a:p>
          <a:pPr marL="0" lvl="0" indent="0" algn="ctr" defTabSz="1955800" rtl="1">
            <a:lnSpc>
              <a:spcPct val="90000"/>
            </a:lnSpc>
            <a:spcBef>
              <a:spcPct val="0"/>
            </a:spcBef>
            <a:spcAft>
              <a:spcPct val="35000"/>
            </a:spcAft>
            <a:buNone/>
          </a:pPr>
          <a:r>
            <a:rPr lang="fa-IR" sz="4400" kern="1200" dirty="0">
              <a:latin typeface="Vazirmatn Light" pitchFamily="2" charset="-78"/>
              <a:cs typeface="Vazirmatn Light" pitchFamily="2" charset="-78"/>
            </a:rPr>
            <a:t>ثبت نام و ورود</a:t>
          </a:r>
        </a:p>
      </dsp:txBody>
      <dsp:txXfrm>
        <a:off x="832" y="162937"/>
        <a:ext cx="3247642" cy="1948585"/>
      </dsp:txXfrm>
    </dsp:sp>
    <dsp:sp modelId="{948E65FC-DC11-41E0-B760-45557AA0AD82}">
      <dsp:nvSpPr>
        <dsp:cNvPr id="0" name=""/>
        <dsp:cNvSpPr/>
      </dsp:nvSpPr>
      <dsp:spPr>
        <a:xfrm>
          <a:off x="3573239" y="162937"/>
          <a:ext cx="3247642" cy="1948585"/>
        </a:xfrm>
        <a:prstGeom prst="rect">
          <a:avLst/>
        </a:prstGeom>
        <a:solidFill>
          <a:schemeClr val="accent1">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209550" tIns="209550" rIns="209550" bIns="209550" numCol="1" spcCol="1270" anchor="ctr" anchorCtr="0">
          <a:noAutofit/>
        </a:bodyPr>
        <a:lstStyle/>
        <a:p>
          <a:pPr marL="0" lvl="0" indent="0" algn="ctr" defTabSz="2444750" rtl="1">
            <a:lnSpc>
              <a:spcPct val="90000"/>
            </a:lnSpc>
            <a:spcBef>
              <a:spcPct val="0"/>
            </a:spcBef>
            <a:spcAft>
              <a:spcPct val="35000"/>
            </a:spcAft>
            <a:buNone/>
          </a:pPr>
          <a:r>
            <a:rPr lang="fa-IR" sz="5500" kern="1200" dirty="0">
              <a:latin typeface="Vazirmatn Light" pitchFamily="2" charset="-78"/>
              <a:cs typeface="Vazirmatn Light" pitchFamily="2" charset="-78"/>
            </a:rPr>
            <a:t>آزمایش ها</a:t>
          </a:r>
        </a:p>
      </dsp:txBody>
      <dsp:txXfrm>
        <a:off x="3573239" y="162937"/>
        <a:ext cx="3247642" cy="1948585"/>
      </dsp:txXfrm>
    </dsp:sp>
    <dsp:sp modelId="{AF321547-E2C1-4BC5-92F8-CA330AD044DE}">
      <dsp:nvSpPr>
        <dsp:cNvPr id="0" name=""/>
        <dsp:cNvSpPr/>
      </dsp:nvSpPr>
      <dsp:spPr>
        <a:xfrm>
          <a:off x="832" y="2436287"/>
          <a:ext cx="3247642" cy="1948585"/>
        </a:xfrm>
        <a:prstGeom prst="rect">
          <a:avLst/>
        </a:prstGeom>
        <a:solidFill>
          <a:schemeClr val="accent1">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209550" tIns="209550" rIns="209550" bIns="209550" numCol="1" spcCol="1270" anchor="ctr" anchorCtr="0">
          <a:noAutofit/>
        </a:bodyPr>
        <a:lstStyle/>
        <a:p>
          <a:pPr marL="0" lvl="0" indent="0" algn="ctr" defTabSz="2444750" rtl="1">
            <a:lnSpc>
              <a:spcPct val="90000"/>
            </a:lnSpc>
            <a:spcBef>
              <a:spcPct val="0"/>
            </a:spcBef>
            <a:spcAft>
              <a:spcPct val="35000"/>
            </a:spcAft>
            <a:buNone/>
          </a:pPr>
          <a:r>
            <a:rPr lang="fa-IR" sz="5500" kern="1200" dirty="0">
              <a:latin typeface="Vazirmatn Light" pitchFamily="2" charset="-78"/>
              <a:cs typeface="Vazirmatn Light" pitchFamily="2" charset="-78"/>
            </a:rPr>
            <a:t>سازندگان</a:t>
          </a:r>
        </a:p>
      </dsp:txBody>
      <dsp:txXfrm>
        <a:off x="832" y="2436287"/>
        <a:ext cx="3247642" cy="1948585"/>
      </dsp:txXfrm>
    </dsp:sp>
    <dsp:sp modelId="{300D6A19-C988-42B9-8018-11E69A69986D}">
      <dsp:nvSpPr>
        <dsp:cNvPr id="0" name=""/>
        <dsp:cNvSpPr/>
      </dsp:nvSpPr>
      <dsp:spPr>
        <a:xfrm>
          <a:off x="3573239" y="2436287"/>
          <a:ext cx="3247642" cy="1948585"/>
        </a:xfrm>
        <a:prstGeom prst="rect">
          <a:avLst/>
        </a:prstGeom>
        <a:solidFill>
          <a:schemeClr val="accent1">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209550" tIns="209550" rIns="209550" bIns="209550" numCol="1" spcCol="1270" anchor="ctr" anchorCtr="0">
          <a:noAutofit/>
        </a:bodyPr>
        <a:lstStyle/>
        <a:p>
          <a:pPr marL="0" lvl="0" indent="0" algn="ctr" defTabSz="2444750" rtl="1">
            <a:lnSpc>
              <a:spcPct val="90000"/>
            </a:lnSpc>
            <a:spcBef>
              <a:spcPct val="0"/>
            </a:spcBef>
            <a:spcAft>
              <a:spcPct val="35000"/>
            </a:spcAft>
            <a:buNone/>
          </a:pPr>
          <a:r>
            <a:rPr lang="fa-IR" sz="5500" kern="1200" dirty="0">
              <a:latin typeface="Vazirmatn Light" pitchFamily="2" charset="-78"/>
              <a:cs typeface="Vazirmatn Light" pitchFamily="2" charset="-78"/>
            </a:rPr>
            <a:t>ارتباط با ما</a:t>
          </a:r>
        </a:p>
      </dsp:txBody>
      <dsp:txXfrm>
        <a:off x="3573239" y="2436287"/>
        <a:ext cx="3247642" cy="1948585"/>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DE4F38A-5A25-4450-9B22-9AA9F0F6A7E5}">
      <dsp:nvSpPr>
        <dsp:cNvPr id="0" name=""/>
        <dsp:cNvSpPr/>
      </dsp:nvSpPr>
      <dsp:spPr>
        <a:xfrm>
          <a:off x="832" y="162937"/>
          <a:ext cx="3247642" cy="1948585"/>
        </a:xfrm>
        <a:prstGeom prst="rect">
          <a:avLst/>
        </a:prstGeom>
        <a:solidFill>
          <a:schemeClr val="accent1">
            <a:hueOff val="0"/>
            <a:satOff val="0"/>
            <a:lumOff val="0"/>
            <a:alphaOff val="0"/>
          </a:schemeClr>
        </a:solidFill>
        <a:ln>
          <a:noFill/>
        </a:ln>
        <a:effectLst/>
        <a:sp3d extrusionH="50600" prstMaterial="metal">
          <a:bevelT w="101600" h="80600" prst="relaxedInset"/>
          <a:bevelB w="80600" h="80600" prst="relaxedInset"/>
        </a:sp3d>
      </dsp:spPr>
      <dsp:style>
        <a:lnRef idx="0">
          <a:scrgbClr r="0" g="0" b="0"/>
        </a:lnRef>
        <a:fillRef idx="1">
          <a:scrgbClr r="0" g="0" b="0"/>
        </a:fillRef>
        <a:effectRef idx="1">
          <a:scrgbClr r="0" g="0" b="0"/>
        </a:effectRef>
        <a:fontRef idx="minor">
          <a:schemeClr val="dk1"/>
        </a:fontRef>
      </dsp:style>
      <dsp:txBody>
        <a:bodyPr spcFirstLastPara="0" vert="horz" wrap="square" lIns="217170" tIns="217170" rIns="217170" bIns="217170" numCol="1" spcCol="1270" anchor="ctr" anchorCtr="0">
          <a:noAutofit/>
        </a:bodyPr>
        <a:lstStyle/>
        <a:p>
          <a:pPr marL="0" lvl="0" indent="0" algn="ctr" defTabSz="2533650" rtl="1">
            <a:lnSpc>
              <a:spcPct val="90000"/>
            </a:lnSpc>
            <a:spcBef>
              <a:spcPct val="0"/>
            </a:spcBef>
            <a:spcAft>
              <a:spcPct val="35000"/>
            </a:spcAft>
            <a:buNone/>
          </a:pPr>
          <a:r>
            <a:rPr lang="en-US" sz="5700" kern="1200" dirty="0">
              <a:latin typeface="Vazirmatn Light" pitchFamily="2" charset="-78"/>
              <a:cs typeface="Vazirmatn Light" pitchFamily="2" charset="-78"/>
            </a:rPr>
            <a:t>ht</a:t>
          </a:r>
          <a:r>
            <a:rPr lang="en-US" sz="5700" kern="1200" dirty="0">
              <a:solidFill>
                <a:prstClr val="black"/>
              </a:solidFill>
              <a:latin typeface="Vazirmatn Light" pitchFamily="2" charset="-78"/>
              <a:ea typeface="+mn-ea"/>
              <a:cs typeface="Vazirmatn Light" pitchFamily="2" charset="-78"/>
            </a:rPr>
            <a:t>m</a:t>
          </a:r>
          <a:r>
            <a:rPr lang="en-US" sz="5700" kern="1200" dirty="0">
              <a:latin typeface="Vazirmatn Light" pitchFamily="2" charset="-78"/>
              <a:cs typeface="Vazirmatn Light" pitchFamily="2" charset="-78"/>
            </a:rPr>
            <a:t>l</a:t>
          </a:r>
          <a:endParaRPr lang="fa-IR" sz="5700" kern="1200" dirty="0">
            <a:latin typeface="Vazirmatn Light" pitchFamily="2" charset="-78"/>
            <a:cs typeface="Vazirmatn Light" pitchFamily="2" charset="-78"/>
          </a:endParaRPr>
        </a:p>
      </dsp:txBody>
      <dsp:txXfrm>
        <a:off x="832" y="162937"/>
        <a:ext cx="3247642" cy="1948585"/>
      </dsp:txXfrm>
    </dsp:sp>
    <dsp:sp modelId="{948E65FC-DC11-41E0-B760-45557AA0AD82}">
      <dsp:nvSpPr>
        <dsp:cNvPr id="0" name=""/>
        <dsp:cNvSpPr/>
      </dsp:nvSpPr>
      <dsp:spPr>
        <a:xfrm>
          <a:off x="3573239" y="162937"/>
          <a:ext cx="3247642" cy="1948585"/>
        </a:xfrm>
        <a:prstGeom prst="rect">
          <a:avLst/>
        </a:prstGeom>
        <a:solidFill>
          <a:schemeClr val="accent1">
            <a:hueOff val="0"/>
            <a:satOff val="0"/>
            <a:lumOff val="0"/>
            <a:alphaOff val="0"/>
          </a:schemeClr>
        </a:solidFill>
        <a:ln>
          <a:noFill/>
        </a:ln>
        <a:effectLst/>
        <a:sp3d extrusionH="50600" prstMaterial="metal">
          <a:bevelT w="101600" h="80600" prst="relaxedInset"/>
          <a:bevelB w="80600" h="80600" prst="relaxedInset"/>
        </a:sp3d>
      </dsp:spPr>
      <dsp:style>
        <a:lnRef idx="0">
          <a:scrgbClr r="0" g="0" b="0"/>
        </a:lnRef>
        <a:fillRef idx="1">
          <a:scrgbClr r="0" g="0" b="0"/>
        </a:fillRef>
        <a:effectRef idx="1">
          <a:scrgbClr r="0" g="0" b="0"/>
        </a:effectRef>
        <a:fontRef idx="minor">
          <a:schemeClr val="dk1"/>
        </a:fontRef>
      </dsp:style>
      <dsp:txBody>
        <a:bodyPr spcFirstLastPara="0" vert="horz" wrap="square" lIns="198120" tIns="198120" rIns="198120" bIns="198120" numCol="1" spcCol="1270" anchor="ctr" anchorCtr="0">
          <a:noAutofit/>
        </a:bodyPr>
        <a:lstStyle/>
        <a:p>
          <a:pPr marL="0" lvl="0" indent="0" algn="ctr" defTabSz="2311400" rtl="1">
            <a:lnSpc>
              <a:spcPct val="90000"/>
            </a:lnSpc>
            <a:spcBef>
              <a:spcPct val="0"/>
            </a:spcBef>
            <a:spcAft>
              <a:spcPct val="35000"/>
            </a:spcAft>
            <a:buNone/>
          </a:pPr>
          <a:r>
            <a:rPr lang="en-US" sz="5200" kern="1200" dirty="0" err="1">
              <a:latin typeface="Vazirmatn Light" pitchFamily="2" charset="-78"/>
              <a:cs typeface="Vazirmatn Light" pitchFamily="2" charset="-78"/>
            </a:rPr>
            <a:t>css</a:t>
          </a:r>
          <a:endParaRPr lang="fa-IR" sz="5200" kern="1200" dirty="0">
            <a:latin typeface="Vazirmatn Light" pitchFamily="2" charset="-78"/>
            <a:cs typeface="Vazirmatn Light" pitchFamily="2" charset="-78"/>
          </a:endParaRPr>
        </a:p>
      </dsp:txBody>
      <dsp:txXfrm>
        <a:off x="3573239" y="162937"/>
        <a:ext cx="3247642" cy="1948585"/>
      </dsp:txXfrm>
    </dsp:sp>
    <dsp:sp modelId="{AF321547-E2C1-4BC5-92F8-CA330AD044DE}">
      <dsp:nvSpPr>
        <dsp:cNvPr id="0" name=""/>
        <dsp:cNvSpPr/>
      </dsp:nvSpPr>
      <dsp:spPr>
        <a:xfrm>
          <a:off x="832" y="2436287"/>
          <a:ext cx="3247642" cy="1948585"/>
        </a:xfrm>
        <a:prstGeom prst="rect">
          <a:avLst/>
        </a:prstGeom>
        <a:solidFill>
          <a:schemeClr val="accent1">
            <a:hueOff val="0"/>
            <a:satOff val="0"/>
            <a:lumOff val="0"/>
            <a:alphaOff val="0"/>
          </a:schemeClr>
        </a:solidFill>
        <a:ln>
          <a:noFill/>
        </a:ln>
        <a:effectLst/>
        <a:sp3d extrusionH="50600" prstMaterial="metal">
          <a:bevelT w="101600" h="80600" prst="relaxedInset"/>
          <a:bevelB w="80600" h="80600" prst="relaxedInset"/>
        </a:sp3d>
      </dsp:spPr>
      <dsp:style>
        <a:lnRef idx="0">
          <a:scrgbClr r="0" g="0" b="0"/>
        </a:lnRef>
        <a:fillRef idx="1">
          <a:scrgbClr r="0" g="0" b="0"/>
        </a:fillRef>
        <a:effectRef idx="1">
          <a:scrgbClr r="0" g="0" b="0"/>
        </a:effectRef>
        <a:fontRef idx="minor">
          <a:schemeClr val="dk1"/>
        </a:fontRef>
      </dsp:style>
      <dsp:txBody>
        <a:bodyPr spcFirstLastPara="0" vert="horz" wrap="square" lIns="198120" tIns="198120" rIns="198120" bIns="198120" numCol="1" spcCol="1270" anchor="ctr" anchorCtr="0">
          <a:noAutofit/>
        </a:bodyPr>
        <a:lstStyle/>
        <a:p>
          <a:pPr marL="0" lvl="0" indent="0" algn="ctr" defTabSz="2311400" rtl="1">
            <a:lnSpc>
              <a:spcPct val="90000"/>
            </a:lnSpc>
            <a:spcBef>
              <a:spcPct val="0"/>
            </a:spcBef>
            <a:spcAft>
              <a:spcPct val="35000"/>
            </a:spcAft>
            <a:buNone/>
          </a:pPr>
          <a:r>
            <a:rPr lang="en-US" sz="5200" kern="1200" dirty="0" err="1">
              <a:latin typeface="Vazirmatn Light" pitchFamily="2" charset="-78"/>
              <a:cs typeface="Vazirmatn Light" pitchFamily="2" charset="-78"/>
            </a:rPr>
            <a:t>javascript</a:t>
          </a:r>
          <a:endParaRPr lang="fa-IR" sz="5200" kern="1200" dirty="0">
            <a:latin typeface="Vazirmatn Light" pitchFamily="2" charset="-78"/>
            <a:cs typeface="Vazirmatn Light" pitchFamily="2" charset="-78"/>
          </a:endParaRPr>
        </a:p>
      </dsp:txBody>
      <dsp:txXfrm>
        <a:off x="832" y="2436287"/>
        <a:ext cx="3247642" cy="1948585"/>
      </dsp:txXfrm>
    </dsp:sp>
    <dsp:sp modelId="{300D6A19-C988-42B9-8018-11E69A69986D}">
      <dsp:nvSpPr>
        <dsp:cNvPr id="0" name=""/>
        <dsp:cNvSpPr/>
      </dsp:nvSpPr>
      <dsp:spPr>
        <a:xfrm>
          <a:off x="3573239" y="2436287"/>
          <a:ext cx="3247642" cy="1948585"/>
        </a:xfrm>
        <a:prstGeom prst="rect">
          <a:avLst/>
        </a:prstGeom>
        <a:solidFill>
          <a:schemeClr val="accent1">
            <a:hueOff val="0"/>
            <a:satOff val="0"/>
            <a:lumOff val="0"/>
            <a:alphaOff val="0"/>
          </a:schemeClr>
        </a:solidFill>
        <a:ln>
          <a:noFill/>
        </a:ln>
        <a:effectLst/>
        <a:sp3d extrusionH="50600" prstMaterial="metal">
          <a:bevelT w="101600" h="80600" prst="relaxedInset"/>
          <a:bevelB w="80600" h="80600" prst="relaxedInset"/>
        </a:sp3d>
      </dsp:spPr>
      <dsp:style>
        <a:lnRef idx="0">
          <a:scrgbClr r="0" g="0" b="0"/>
        </a:lnRef>
        <a:fillRef idx="1">
          <a:scrgbClr r="0" g="0" b="0"/>
        </a:fillRef>
        <a:effectRef idx="1">
          <a:scrgbClr r="0" g="0" b="0"/>
        </a:effectRef>
        <a:fontRef idx="minor">
          <a:schemeClr val="dk1"/>
        </a:fontRef>
      </dsp:style>
      <dsp:txBody>
        <a:bodyPr spcFirstLastPara="0" vert="horz" wrap="square" lIns="198120" tIns="198120" rIns="198120" bIns="198120" numCol="1" spcCol="1270" anchor="ctr" anchorCtr="0">
          <a:noAutofit/>
        </a:bodyPr>
        <a:lstStyle/>
        <a:p>
          <a:pPr marL="0" lvl="0" indent="0" algn="ctr" defTabSz="2311400" rtl="1">
            <a:lnSpc>
              <a:spcPct val="90000"/>
            </a:lnSpc>
            <a:spcBef>
              <a:spcPct val="0"/>
            </a:spcBef>
            <a:spcAft>
              <a:spcPct val="35000"/>
            </a:spcAft>
            <a:buNone/>
          </a:pPr>
          <a:r>
            <a:rPr lang="en-US" sz="5200" kern="1200" dirty="0">
              <a:latin typeface="Vazirmatn Light" pitchFamily="2" charset="-78"/>
              <a:cs typeface="Vazirmatn Light" pitchFamily="2" charset="-78"/>
            </a:rPr>
            <a:t>python</a:t>
          </a:r>
          <a:endParaRPr lang="fa-IR" sz="5200" kern="1200" dirty="0">
            <a:latin typeface="Vazirmatn Light" pitchFamily="2" charset="-78"/>
            <a:cs typeface="Vazirmatn Light" pitchFamily="2" charset="-78"/>
          </a:endParaRPr>
        </a:p>
      </dsp:txBody>
      <dsp:txXfrm>
        <a:off x="3573239" y="2436287"/>
        <a:ext cx="3247642" cy="1948585"/>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DE4F38A-5A25-4450-9B22-9AA9F0F6A7E5}">
      <dsp:nvSpPr>
        <dsp:cNvPr id="0" name=""/>
        <dsp:cNvSpPr/>
      </dsp:nvSpPr>
      <dsp:spPr>
        <a:xfrm>
          <a:off x="832" y="162937"/>
          <a:ext cx="3247642" cy="1948585"/>
        </a:xfrm>
        <a:prstGeom prst="rect">
          <a:avLst/>
        </a:prstGeom>
        <a:solidFill>
          <a:schemeClr val="accent1">
            <a:hueOff val="0"/>
            <a:satOff val="0"/>
            <a:lumOff val="0"/>
            <a:alphaOff val="0"/>
          </a:schemeClr>
        </a:solidFill>
        <a:ln>
          <a:noFill/>
        </a:ln>
        <a:effectLst/>
        <a:sp3d extrusionH="50600" prstMaterial="metal">
          <a:bevelT w="101600" h="80600" prst="relaxedInset"/>
          <a:bevelB w="80600" h="80600" prst="relaxedInset"/>
        </a:sp3d>
      </dsp:spPr>
      <dsp:style>
        <a:lnRef idx="0">
          <a:scrgbClr r="0" g="0" b="0"/>
        </a:lnRef>
        <a:fillRef idx="1">
          <a:scrgbClr r="0" g="0" b="0"/>
        </a:fillRef>
        <a:effectRef idx="1">
          <a:scrgbClr r="0" g="0" b="0"/>
        </a:effectRef>
        <a:fontRef idx="minor">
          <a:schemeClr val="dk1"/>
        </a:fontRef>
      </dsp:style>
      <dsp:txBody>
        <a:bodyPr spcFirstLastPara="0" vert="horz" wrap="square" lIns="217170" tIns="217170" rIns="217170" bIns="217170" numCol="1" spcCol="1270" anchor="ctr" anchorCtr="0">
          <a:noAutofit/>
        </a:bodyPr>
        <a:lstStyle/>
        <a:p>
          <a:pPr marL="0" lvl="0" indent="0" algn="ctr" defTabSz="2533650" rtl="1">
            <a:lnSpc>
              <a:spcPct val="90000"/>
            </a:lnSpc>
            <a:spcBef>
              <a:spcPct val="0"/>
            </a:spcBef>
            <a:spcAft>
              <a:spcPct val="35000"/>
            </a:spcAft>
            <a:buNone/>
          </a:pPr>
          <a:r>
            <a:rPr lang="en-US" sz="5700" kern="1200" dirty="0">
              <a:latin typeface="Vazirmatn Light" pitchFamily="2" charset="-78"/>
              <a:cs typeface="Vazirmatn Light" pitchFamily="2" charset="-78"/>
            </a:rPr>
            <a:t>ht</a:t>
          </a:r>
          <a:r>
            <a:rPr lang="en-US" sz="5700" kern="1200" dirty="0">
              <a:solidFill>
                <a:prstClr val="black"/>
              </a:solidFill>
              <a:latin typeface="Vazirmatn Light" pitchFamily="2" charset="-78"/>
              <a:ea typeface="+mn-ea"/>
              <a:cs typeface="Vazirmatn Light" pitchFamily="2" charset="-78"/>
            </a:rPr>
            <a:t>m</a:t>
          </a:r>
          <a:r>
            <a:rPr lang="en-US" sz="5700" kern="1200" dirty="0">
              <a:latin typeface="Vazirmatn Light" pitchFamily="2" charset="-78"/>
              <a:cs typeface="Vazirmatn Light" pitchFamily="2" charset="-78"/>
            </a:rPr>
            <a:t>l</a:t>
          </a:r>
          <a:endParaRPr lang="fa-IR" sz="5700" kern="1200" dirty="0">
            <a:latin typeface="Vazirmatn Light" pitchFamily="2" charset="-78"/>
            <a:cs typeface="Vazirmatn Light" pitchFamily="2" charset="-78"/>
          </a:endParaRPr>
        </a:p>
      </dsp:txBody>
      <dsp:txXfrm>
        <a:off x="832" y="162937"/>
        <a:ext cx="3247642" cy="1948585"/>
      </dsp:txXfrm>
    </dsp:sp>
    <dsp:sp modelId="{948E65FC-DC11-41E0-B760-45557AA0AD82}">
      <dsp:nvSpPr>
        <dsp:cNvPr id="0" name=""/>
        <dsp:cNvSpPr/>
      </dsp:nvSpPr>
      <dsp:spPr>
        <a:xfrm>
          <a:off x="3573239" y="162937"/>
          <a:ext cx="3247642" cy="1948585"/>
        </a:xfrm>
        <a:prstGeom prst="rect">
          <a:avLst/>
        </a:prstGeom>
        <a:solidFill>
          <a:schemeClr val="accent1">
            <a:hueOff val="0"/>
            <a:satOff val="0"/>
            <a:lumOff val="0"/>
            <a:alphaOff val="0"/>
          </a:schemeClr>
        </a:solidFill>
        <a:ln>
          <a:noFill/>
        </a:ln>
        <a:effectLst/>
        <a:sp3d extrusionH="50600" prstMaterial="metal">
          <a:bevelT w="101600" h="80600" prst="relaxedInset"/>
          <a:bevelB w="80600" h="80600" prst="relaxedInset"/>
        </a:sp3d>
      </dsp:spPr>
      <dsp:style>
        <a:lnRef idx="0">
          <a:scrgbClr r="0" g="0" b="0"/>
        </a:lnRef>
        <a:fillRef idx="1">
          <a:scrgbClr r="0" g="0" b="0"/>
        </a:fillRef>
        <a:effectRef idx="1">
          <a:scrgbClr r="0" g="0" b="0"/>
        </a:effectRef>
        <a:fontRef idx="minor">
          <a:schemeClr val="dk1"/>
        </a:fontRef>
      </dsp:style>
      <dsp:txBody>
        <a:bodyPr spcFirstLastPara="0" vert="horz" wrap="square" lIns="198120" tIns="198120" rIns="198120" bIns="198120" numCol="1" spcCol="1270" anchor="ctr" anchorCtr="0">
          <a:noAutofit/>
        </a:bodyPr>
        <a:lstStyle/>
        <a:p>
          <a:pPr marL="0" lvl="0" indent="0" algn="ctr" defTabSz="2311400" rtl="1">
            <a:lnSpc>
              <a:spcPct val="90000"/>
            </a:lnSpc>
            <a:spcBef>
              <a:spcPct val="0"/>
            </a:spcBef>
            <a:spcAft>
              <a:spcPct val="35000"/>
            </a:spcAft>
            <a:buNone/>
          </a:pPr>
          <a:r>
            <a:rPr lang="en-US" sz="5200" kern="1200" dirty="0" err="1">
              <a:latin typeface="Vazirmatn Light" pitchFamily="2" charset="-78"/>
              <a:cs typeface="Vazirmatn Light" pitchFamily="2" charset="-78"/>
            </a:rPr>
            <a:t>css</a:t>
          </a:r>
          <a:endParaRPr lang="fa-IR" sz="5200" kern="1200" dirty="0">
            <a:latin typeface="Vazirmatn Light" pitchFamily="2" charset="-78"/>
            <a:cs typeface="Vazirmatn Light" pitchFamily="2" charset="-78"/>
          </a:endParaRPr>
        </a:p>
      </dsp:txBody>
      <dsp:txXfrm>
        <a:off x="3573239" y="162937"/>
        <a:ext cx="3247642" cy="1948585"/>
      </dsp:txXfrm>
    </dsp:sp>
    <dsp:sp modelId="{AF321547-E2C1-4BC5-92F8-CA330AD044DE}">
      <dsp:nvSpPr>
        <dsp:cNvPr id="0" name=""/>
        <dsp:cNvSpPr/>
      </dsp:nvSpPr>
      <dsp:spPr>
        <a:xfrm>
          <a:off x="832" y="2436287"/>
          <a:ext cx="3247642" cy="1948585"/>
        </a:xfrm>
        <a:prstGeom prst="rect">
          <a:avLst/>
        </a:prstGeom>
        <a:solidFill>
          <a:schemeClr val="accent1">
            <a:hueOff val="0"/>
            <a:satOff val="0"/>
            <a:lumOff val="0"/>
            <a:alphaOff val="0"/>
          </a:schemeClr>
        </a:solidFill>
        <a:ln>
          <a:noFill/>
        </a:ln>
        <a:effectLst/>
        <a:sp3d extrusionH="50600" prstMaterial="metal">
          <a:bevelT w="101600" h="80600" prst="relaxedInset"/>
          <a:bevelB w="80600" h="80600" prst="relaxedInset"/>
        </a:sp3d>
      </dsp:spPr>
      <dsp:style>
        <a:lnRef idx="0">
          <a:scrgbClr r="0" g="0" b="0"/>
        </a:lnRef>
        <a:fillRef idx="1">
          <a:scrgbClr r="0" g="0" b="0"/>
        </a:fillRef>
        <a:effectRef idx="1">
          <a:scrgbClr r="0" g="0" b="0"/>
        </a:effectRef>
        <a:fontRef idx="minor">
          <a:schemeClr val="dk1"/>
        </a:fontRef>
      </dsp:style>
      <dsp:txBody>
        <a:bodyPr spcFirstLastPara="0" vert="horz" wrap="square" lIns="198120" tIns="198120" rIns="198120" bIns="198120" numCol="1" spcCol="1270" anchor="ctr" anchorCtr="0">
          <a:noAutofit/>
        </a:bodyPr>
        <a:lstStyle/>
        <a:p>
          <a:pPr marL="0" lvl="0" indent="0" algn="ctr" defTabSz="2311400" rtl="1">
            <a:lnSpc>
              <a:spcPct val="90000"/>
            </a:lnSpc>
            <a:spcBef>
              <a:spcPct val="0"/>
            </a:spcBef>
            <a:spcAft>
              <a:spcPct val="35000"/>
            </a:spcAft>
            <a:buNone/>
          </a:pPr>
          <a:r>
            <a:rPr lang="en-US" sz="5200" kern="1200" dirty="0" err="1">
              <a:latin typeface="Vazirmatn Light" pitchFamily="2" charset="-78"/>
              <a:cs typeface="Vazirmatn Light" pitchFamily="2" charset="-78"/>
            </a:rPr>
            <a:t>javascript</a:t>
          </a:r>
          <a:endParaRPr lang="fa-IR" sz="5200" kern="1200" dirty="0">
            <a:latin typeface="Vazirmatn Light" pitchFamily="2" charset="-78"/>
            <a:cs typeface="Vazirmatn Light" pitchFamily="2" charset="-78"/>
          </a:endParaRPr>
        </a:p>
      </dsp:txBody>
      <dsp:txXfrm>
        <a:off x="832" y="2436287"/>
        <a:ext cx="3247642" cy="1948585"/>
      </dsp:txXfrm>
    </dsp:sp>
    <dsp:sp modelId="{300D6A19-C988-42B9-8018-11E69A69986D}">
      <dsp:nvSpPr>
        <dsp:cNvPr id="0" name=""/>
        <dsp:cNvSpPr/>
      </dsp:nvSpPr>
      <dsp:spPr>
        <a:xfrm>
          <a:off x="3573239" y="2436287"/>
          <a:ext cx="3247642" cy="1948585"/>
        </a:xfrm>
        <a:prstGeom prst="rect">
          <a:avLst/>
        </a:prstGeom>
        <a:solidFill>
          <a:schemeClr val="accent1">
            <a:hueOff val="0"/>
            <a:satOff val="0"/>
            <a:lumOff val="0"/>
            <a:alphaOff val="0"/>
          </a:schemeClr>
        </a:solidFill>
        <a:ln>
          <a:noFill/>
        </a:ln>
        <a:effectLst/>
        <a:sp3d extrusionH="50600" prstMaterial="metal">
          <a:bevelT w="101600" h="80600" prst="relaxedInset"/>
          <a:bevelB w="80600" h="80600" prst="relaxedInset"/>
        </a:sp3d>
      </dsp:spPr>
      <dsp:style>
        <a:lnRef idx="0">
          <a:scrgbClr r="0" g="0" b="0"/>
        </a:lnRef>
        <a:fillRef idx="1">
          <a:scrgbClr r="0" g="0" b="0"/>
        </a:fillRef>
        <a:effectRef idx="1">
          <a:scrgbClr r="0" g="0" b="0"/>
        </a:effectRef>
        <a:fontRef idx="minor">
          <a:schemeClr val="dk1"/>
        </a:fontRef>
      </dsp:style>
      <dsp:txBody>
        <a:bodyPr spcFirstLastPara="0" vert="horz" wrap="square" lIns="198120" tIns="198120" rIns="198120" bIns="198120" numCol="1" spcCol="1270" anchor="ctr" anchorCtr="0">
          <a:noAutofit/>
        </a:bodyPr>
        <a:lstStyle/>
        <a:p>
          <a:pPr marL="0" lvl="0" indent="0" algn="ctr" defTabSz="2311400" rtl="1">
            <a:lnSpc>
              <a:spcPct val="90000"/>
            </a:lnSpc>
            <a:spcBef>
              <a:spcPct val="0"/>
            </a:spcBef>
            <a:spcAft>
              <a:spcPct val="35000"/>
            </a:spcAft>
            <a:buNone/>
          </a:pPr>
          <a:r>
            <a:rPr lang="en-US" sz="5200" kern="1200" dirty="0">
              <a:latin typeface="Vazirmatn Light" pitchFamily="2" charset="-78"/>
              <a:cs typeface="Vazirmatn Light" pitchFamily="2" charset="-78"/>
            </a:rPr>
            <a:t>python</a:t>
          </a:r>
          <a:endParaRPr lang="fa-IR" sz="5200" kern="1200" dirty="0">
            <a:latin typeface="Vazirmatn Light" pitchFamily="2" charset="-78"/>
            <a:cs typeface="Vazirmatn Light" pitchFamily="2" charset="-78"/>
          </a:endParaRPr>
        </a:p>
      </dsp:txBody>
      <dsp:txXfrm>
        <a:off x="3573239" y="2436287"/>
        <a:ext cx="3247642" cy="1948585"/>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4EC24C2-48F6-4C92-9D7E-1FFC80779E9F}">
      <dsp:nvSpPr>
        <dsp:cNvPr id="0" name=""/>
        <dsp:cNvSpPr/>
      </dsp:nvSpPr>
      <dsp:spPr>
        <a:xfrm>
          <a:off x="-5442677" y="-833469"/>
          <a:ext cx="6481297" cy="6481297"/>
        </a:xfrm>
        <a:prstGeom prst="blockArc">
          <a:avLst>
            <a:gd name="adj1" fmla="val 18900000"/>
            <a:gd name="adj2" fmla="val 2700000"/>
            <a:gd name="adj3" fmla="val 333"/>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1557AD7-E36A-47C3-A29C-95C6BAF3F854}">
      <dsp:nvSpPr>
        <dsp:cNvPr id="0" name=""/>
        <dsp:cNvSpPr/>
      </dsp:nvSpPr>
      <dsp:spPr>
        <a:xfrm>
          <a:off x="668232" y="481435"/>
          <a:ext cx="7500911" cy="962871"/>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64279" tIns="50800" rIns="50800" bIns="50800" numCol="1" spcCol="1270" anchor="ctr" anchorCtr="0">
          <a:noAutofit/>
        </a:bodyPr>
        <a:lstStyle/>
        <a:p>
          <a:pPr marL="0" lvl="0" indent="0" algn="r" defTabSz="889000" rtl="1">
            <a:lnSpc>
              <a:spcPct val="90000"/>
            </a:lnSpc>
            <a:spcBef>
              <a:spcPct val="0"/>
            </a:spcBef>
            <a:spcAft>
              <a:spcPct val="35000"/>
            </a:spcAft>
            <a:buNone/>
          </a:pPr>
          <a:r>
            <a:rPr lang="fa-IR" sz="2000" kern="1200" dirty="0">
              <a:latin typeface="Vazirmatn Light" pitchFamily="2" charset="-78"/>
              <a:cs typeface="Vazirmatn Light" pitchFamily="2" charset="-78"/>
            </a:rPr>
            <a:t>یک کتاب خانه از زبان جاوا اسکریپت که با آن نمودار های سایت درست شده است</a:t>
          </a:r>
        </a:p>
      </dsp:txBody>
      <dsp:txXfrm>
        <a:off x="668232" y="481435"/>
        <a:ext cx="7500911" cy="962871"/>
      </dsp:txXfrm>
    </dsp:sp>
    <dsp:sp modelId="{20851008-6170-4F6A-B566-E39DFAC6E078}">
      <dsp:nvSpPr>
        <dsp:cNvPr id="0" name=""/>
        <dsp:cNvSpPr/>
      </dsp:nvSpPr>
      <dsp:spPr>
        <a:xfrm>
          <a:off x="66438" y="361076"/>
          <a:ext cx="1203589" cy="1203589"/>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82C48D85-3A68-4859-9987-6FF3DBF9AA6A}">
      <dsp:nvSpPr>
        <dsp:cNvPr id="0" name=""/>
        <dsp:cNvSpPr/>
      </dsp:nvSpPr>
      <dsp:spPr>
        <a:xfrm>
          <a:off x="1018236" y="1925743"/>
          <a:ext cx="7150908" cy="962871"/>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64279" tIns="50800" rIns="50800" bIns="50800" numCol="1" spcCol="1270" anchor="ctr" anchorCtr="0">
          <a:noAutofit/>
        </a:bodyPr>
        <a:lstStyle/>
        <a:p>
          <a:pPr marL="0" lvl="0" indent="0" algn="r" defTabSz="889000" rtl="1">
            <a:lnSpc>
              <a:spcPct val="90000"/>
            </a:lnSpc>
            <a:spcBef>
              <a:spcPct val="0"/>
            </a:spcBef>
            <a:spcAft>
              <a:spcPct val="35000"/>
            </a:spcAft>
            <a:buNone/>
          </a:pPr>
          <a:r>
            <a:rPr lang="fa-IR" sz="2000" kern="1200" dirty="0">
              <a:latin typeface="Vazirmatn Light" pitchFamily="2" charset="-78"/>
              <a:cs typeface="Vazirmatn Light" pitchFamily="2" charset="-78"/>
            </a:rPr>
            <a:t>یک فریمورک از پایتون که با آن بک اند سایت نوشته شده است</a:t>
          </a:r>
        </a:p>
      </dsp:txBody>
      <dsp:txXfrm>
        <a:off x="1018236" y="1925743"/>
        <a:ext cx="7150908" cy="962871"/>
      </dsp:txXfrm>
    </dsp:sp>
    <dsp:sp modelId="{8D936C95-56BE-410F-A1CA-7A43445E4B17}">
      <dsp:nvSpPr>
        <dsp:cNvPr id="0" name=""/>
        <dsp:cNvSpPr/>
      </dsp:nvSpPr>
      <dsp:spPr>
        <a:xfrm>
          <a:off x="416441" y="1805384"/>
          <a:ext cx="1203589" cy="1203589"/>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02371383-0E1F-4312-807C-2B2E0669BDBB}">
      <dsp:nvSpPr>
        <dsp:cNvPr id="0" name=""/>
        <dsp:cNvSpPr/>
      </dsp:nvSpPr>
      <dsp:spPr>
        <a:xfrm>
          <a:off x="668232" y="3370050"/>
          <a:ext cx="7500911" cy="962871"/>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64279" tIns="50800" rIns="50800" bIns="50800" numCol="1" spcCol="1270" anchor="ctr" anchorCtr="0">
          <a:noAutofit/>
        </a:bodyPr>
        <a:lstStyle/>
        <a:p>
          <a:pPr marL="0" lvl="0" indent="0" algn="r" defTabSz="889000" rtl="1">
            <a:lnSpc>
              <a:spcPct val="90000"/>
            </a:lnSpc>
            <a:spcBef>
              <a:spcPct val="0"/>
            </a:spcBef>
            <a:spcAft>
              <a:spcPct val="35000"/>
            </a:spcAft>
            <a:buNone/>
          </a:pPr>
          <a:r>
            <a:rPr lang="fa-IR" sz="2000" kern="1200" dirty="0">
              <a:latin typeface="Vazirmatn Light" pitchFamily="2" charset="-78"/>
              <a:cs typeface="Vazirmatn Light" pitchFamily="2" charset="-78"/>
            </a:rPr>
            <a:t>یک کتابخانه از پایتون که با ابزار های ریاضی آن محاسبات مسائل فیزیک انجاده داده شد</a:t>
          </a:r>
        </a:p>
      </dsp:txBody>
      <dsp:txXfrm>
        <a:off x="668232" y="3370050"/>
        <a:ext cx="7500911" cy="962871"/>
      </dsp:txXfrm>
    </dsp:sp>
    <dsp:sp modelId="{A7653125-CAF8-45B3-A1E2-4D712B6E153B}">
      <dsp:nvSpPr>
        <dsp:cNvPr id="0" name=""/>
        <dsp:cNvSpPr/>
      </dsp:nvSpPr>
      <dsp:spPr>
        <a:xfrm>
          <a:off x="66438" y="3249691"/>
          <a:ext cx="1203589" cy="1203589"/>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4EC24C2-48F6-4C92-9D7E-1FFC80779E9F}">
      <dsp:nvSpPr>
        <dsp:cNvPr id="0" name=""/>
        <dsp:cNvSpPr/>
      </dsp:nvSpPr>
      <dsp:spPr>
        <a:xfrm>
          <a:off x="-5442677" y="-833469"/>
          <a:ext cx="6481297" cy="6481297"/>
        </a:xfrm>
        <a:prstGeom prst="blockArc">
          <a:avLst>
            <a:gd name="adj1" fmla="val 18900000"/>
            <a:gd name="adj2" fmla="val 2700000"/>
            <a:gd name="adj3" fmla="val 333"/>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1557AD7-E36A-47C3-A29C-95C6BAF3F854}">
      <dsp:nvSpPr>
        <dsp:cNvPr id="0" name=""/>
        <dsp:cNvSpPr/>
      </dsp:nvSpPr>
      <dsp:spPr>
        <a:xfrm>
          <a:off x="668232" y="481435"/>
          <a:ext cx="7500911" cy="962871"/>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64279" tIns="50800" rIns="50800" bIns="50800" numCol="1" spcCol="1270" anchor="ctr" anchorCtr="0">
          <a:noAutofit/>
        </a:bodyPr>
        <a:lstStyle/>
        <a:p>
          <a:pPr marL="0" lvl="0" indent="0" algn="r" defTabSz="889000" rtl="1">
            <a:lnSpc>
              <a:spcPct val="90000"/>
            </a:lnSpc>
            <a:spcBef>
              <a:spcPct val="0"/>
            </a:spcBef>
            <a:spcAft>
              <a:spcPct val="35000"/>
            </a:spcAft>
            <a:buNone/>
          </a:pPr>
          <a:r>
            <a:rPr lang="fa-IR" sz="2000" kern="1200" dirty="0">
              <a:latin typeface="Vazirmatn Light" pitchFamily="2" charset="-78"/>
              <a:cs typeface="Vazirmatn Light" pitchFamily="2" charset="-78"/>
            </a:rPr>
            <a:t>یک کتاب خانه از زبان جاوا اسکریپت که با آن نمودار های سایت درست شده است</a:t>
          </a:r>
        </a:p>
      </dsp:txBody>
      <dsp:txXfrm>
        <a:off x="668232" y="481435"/>
        <a:ext cx="7500911" cy="962871"/>
      </dsp:txXfrm>
    </dsp:sp>
    <dsp:sp modelId="{20851008-6170-4F6A-B566-E39DFAC6E078}">
      <dsp:nvSpPr>
        <dsp:cNvPr id="0" name=""/>
        <dsp:cNvSpPr/>
      </dsp:nvSpPr>
      <dsp:spPr>
        <a:xfrm>
          <a:off x="66438" y="361076"/>
          <a:ext cx="1203589" cy="1203589"/>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82C48D85-3A68-4859-9987-6FF3DBF9AA6A}">
      <dsp:nvSpPr>
        <dsp:cNvPr id="0" name=""/>
        <dsp:cNvSpPr/>
      </dsp:nvSpPr>
      <dsp:spPr>
        <a:xfrm>
          <a:off x="1018236" y="1925743"/>
          <a:ext cx="7150908" cy="962871"/>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64279" tIns="50800" rIns="50800" bIns="50800" numCol="1" spcCol="1270" anchor="ctr" anchorCtr="0">
          <a:noAutofit/>
        </a:bodyPr>
        <a:lstStyle/>
        <a:p>
          <a:pPr marL="0" lvl="0" indent="0" algn="r" defTabSz="889000" rtl="1">
            <a:lnSpc>
              <a:spcPct val="90000"/>
            </a:lnSpc>
            <a:spcBef>
              <a:spcPct val="0"/>
            </a:spcBef>
            <a:spcAft>
              <a:spcPct val="35000"/>
            </a:spcAft>
            <a:buNone/>
          </a:pPr>
          <a:r>
            <a:rPr lang="fa-IR" sz="2000" kern="1200" dirty="0">
              <a:latin typeface="Vazirmatn Light" pitchFamily="2" charset="-78"/>
              <a:cs typeface="Vazirmatn Light" pitchFamily="2" charset="-78"/>
            </a:rPr>
            <a:t>یک فریمورک از پایتون که با آن بک اند سایت نوشته شده است</a:t>
          </a:r>
        </a:p>
      </dsp:txBody>
      <dsp:txXfrm>
        <a:off x="1018236" y="1925743"/>
        <a:ext cx="7150908" cy="962871"/>
      </dsp:txXfrm>
    </dsp:sp>
    <dsp:sp modelId="{8D936C95-56BE-410F-A1CA-7A43445E4B17}">
      <dsp:nvSpPr>
        <dsp:cNvPr id="0" name=""/>
        <dsp:cNvSpPr/>
      </dsp:nvSpPr>
      <dsp:spPr>
        <a:xfrm>
          <a:off x="416441" y="1805384"/>
          <a:ext cx="1203589" cy="1203589"/>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02371383-0E1F-4312-807C-2B2E0669BDBB}">
      <dsp:nvSpPr>
        <dsp:cNvPr id="0" name=""/>
        <dsp:cNvSpPr/>
      </dsp:nvSpPr>
      <dsp:spPr>
        <a:xfrm>
          <a:off x="668232" y="3370050"/>
          <a:ext cx="7500911" cy="962871"/>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64279" tIns="50800" rIns="50800" bIns="50800" numCol="1" spcCol="1270" anchor="ctr" anchorCtr="0">
          <a:noAutofit/>
        </a:bodyPr>
        <a:lstStyle/>
        <a:p>
          <a:pPr marL="0" lvl="0" indent="0" algn="r" defTabSz="889000" rtl="1">
            <a:lnSpc>
              <a:spcPct val="90000"/>
            </a:lnSpc>
            <a:spcBef>
              <a:spcPct val="0"/>
            </a:spcBef>
            <a:spcAft>
              <a:spcPct val="35000"/>
            </a:spcAft>
            <a:buNone/>
          </a:pPr>
          <a:r>
            <a:rPr lang="fa-IR" sz="2000" kern="1200" dirty="0">
              <a:latin typeface="Vazirmatn Light" pitchFamily="2" charset="-78"/>
              <a:cs typeface="Vazirmatn Light" pitchFamily="2" charset="-78"/>
            </a:rPr>
            <a:t>یک کتابخانه از پایتون که با ابزار های ریاضی آن محاسبات مسائل فیزیک انجاده داده شد</a:t>
          </a:r>
        </a:p>
      </dsp:txBody>
      <dsp:txXfrm>
        <a:off x="668232" y="3370050"/>
        <a:ext cx="7500911" cy="962871"/>
      </dsp:txXfrm>
    </dsp:sp>
    <dsp:sp modelId="{A7653125-CAF8-45B3-A1E2-4D712B6E153B}">
      <dsp:nvSpPr>
        <dsp:cNvPr id="0" name=""/>
        <dsp:cNvSpPr/>
      </dsp:nvSpPr>
      <dsp:spPr>
        <a:xfrm>
          <a:off x="66438" y="3249691"/>
          <a:ext cx="1203589" cy="1203589"/>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4EC24C2-48F6-4C92-9D7E-1FFC80779E9F}">
      <dsp:nvSpPr>
        <dsp:cNvPr id="0" name=""/>
        <dsp:cNvSpPr/>
      </dsp:nvSpPr>
      <dsp:spPr>
        <a:xfrm>
          <a:off x="-5442677" y="-833469"/>
          <a:ext cx="6481297" cy="6481297"/>
        </a:xfrm>
        <a:prstGeom prst="blockArc">
          <a:avLst>
            <a:gd name="adj1" fmla="val 18900000"/>
            <a:gd name="adj2" fmla="val 2700000"/>
            <a:gd name="adj3" fmla="val 333"/>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1557AD7-E36A-47C3-A29C-95C6BAF3F854}">
      <dsp:nvSpPr>
        <dsp:cNvPr id="0" name=""/>
        <dsp:cNvSpPr/>
      </dsp:nvSpPr>
      <dsp:spPr>
        <a:xfrm>
          <a:off x="668232" y="481435"/>
          <a:ext cx="7500911" cy="962871"/>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64279" tIns="50800" rIns="50800" bIns="50800" numCol="1" spcCol="1270" anchor="ctr" anchorCtr="0">
          <a:noAutofit/>
        </a:bodyPr>
        <a:lstStyle/>
        <a:p>
          <a:pPr marL="0" lvl="0" indent="0" algn="r" defTabSz="889000" rtl="1">
            <a:lnSpc>
              <a:spcPct val="90000"/>
            </a:lnSpc>
            <a:spcBef>
              <a:spcPct val="0"/>
            </a:spcBef>
            <a:spcAft>
              <a:spcPct val="35000"/>
            </a:spcAft>
            <a:buNone/>
          </a:pPr>
          <a:r>
            <a:rPr lang="fa-IR" sz="2000" kern="1200" dirty="0">
              <a:latin typeface="Vazirmatn Light" pitchFamily="2" charset="-78"/>
              <a:cs typeface="Vazirmatn Light" pitchFamily="2" charset="-78"/>
            </a:rPr>
            <a:t>یک کتاب خانه از زبان جاوا اسکریپت که با آن نمودار های سایت درست شده است</a:t>
          </a:r>
        </a:p>
      </dsp:txBody>
      <dsp:txXfrm>
        <a:off x="668232" y="481435"/>
        <a:ext cx="7500911" cy="962871"/>
      </dsp:txXfrm>
    </dsp:sp>
    <dsp:sp modelId="{20851008-6170-4F6A-B566-E39DFAC6E078}">
      <dsp:nvSpPr>
        <dsp:cNvPr id="0" name=""/>
        <dsp:cNvSpPr/>
      </dsp:nvSpPr>
      <dsp:spPr>
        <a:xfrm>
          <a:off x="66438" y="361076"/>
          <a:ext cx="1203589" cy="1203589"/>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82C48D85-3A68-4859-9987-6FF3DBF9AA6A}">
      <dsp:nvSpPr>
        <dsp:cNvPr id="0" name=""/>
        <dsp:cNvSpPr/>
      </dsp:nvSpPr>
      <dsp:spPr>
        <a:xfrm>
          <a:off x="1018236" y="1925743"/>
          <a:ext cx="7150908" cy="962871"/>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64279" tIns="50800" rIns="50800" bIns="50800" numCol="1" spcCol="1270" anchor="ctr" anchorCtr="0">
          <a:noAutofit/>
        </a:bodyPr>
        <a:lstStyle/>
        <a:p>
          <a:pPr marL="0" lvl="0" indent="0" algn="r" defTabSz="889000" rtl="1">
            <a:lnSpc>
              <a:spcPct val="90000"/>
            </a:lnSpc>
            <a:spcBef>
              <a:spcPct val="0"/>
            </a:spcBef>
            <a:spcAft>
              <a:spcPct val="35000"/>
            </a:spcAft>
            <a:buNone/>
          </a:pPr>
          <a:r>
            <a:rPr lang="fa-IR" sz="2000" kern="1200" dirty="0">
              <a:latin typeface="Vazirmatn Light" pitchFamily="2" charset="-78"/>
              <a:cs typeface="Vazirmatn Light" pitchFamily="2" charset="-78"/>
            </a:rPr>
            <a:t>یک فریمورک از پایتون که با آن بک اند سایت نوشته شده است</a:t>
          </a:r>
        </a:p>
      </dsp:txBody>
      <dsp:txXfrm>
        <a:off x="1018236" y="1925743"/>
        <a:ext cx="7150908" cy="962871"/>
      </dsp:txXfrm>
    </dsp:sp>
    <dsp:sp modelId="{8D936C95-56BE-410F-A1CA-7A43445E4B17}">
      <dsp:nvSpPr>
        <dsp:cNvPr id="0" name=""/>
        <dsp:cNvSpPr/>
      </dsp:nvSpPr>
      <dsp:spPr>
        <a:xfrm>
          <a:off x="416441" y="1805384"/>
          <a:ext cx="1203589" cy="1203589"/>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02371383-0E1F-4312-807C-2B2E0669BDBB}">
      <dsp:nvSpPr>
        <dsp:cNvPr id="0" name=""/>
        <dsp:cNvSpPr/>
      </dsp:nvSpPr>
      <dsp:spPr>
        <a:xfrm>
          <a:off x="668232" y="3370050"/>
          <a:ext cx="7500911" cy="962871"/>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64279" tIns="50800" rIns="50800" bIns="50800" numCol="1" spcCol="1270" anchor="ctr" anchorCtr="0">
          <a:noAutofit/>
        </a:bodyPr>
        <a:lstStyle/>
        <a:p>
          <a:pPr marL="0" lvl="0" indent="0" algn="r" defTabSz="889000" rtl="1">
            <a:lnSpc>
              <a:spcPct val="90000"/>
            </a:lnSpc>
            <a:spcBef>
              <a:spcPct val="0"/>
            </a:spcBef>
            <a:spcAft>
              <a:spcPct val="35000"/>
            </a:spcAft>
            <a:buNone/>
          </a:pPr>
          <a:r>
            <a:rPr lang="fa-IR" sz="2000" kern="1200" dirty="0">
              <a:latin typeface="Vazirmatn Light" pitchFamily="2" charset="-78"/>
              <a:cs typeface="Vazirmatn Light" pitchFamily="2" charset="-78"/>
            </a:rPr>
            <a:t>یک کتابخانه از پایتون که با ابزار های ریاضی آن محاسبات مسائل فیزیک انجاده داده شد</a:t>
          </a:r>
        </a:p>
      </dsp:txBody>
      <dsp:txXfrm>
        <a:off x="668232" y="3370050"/>
        <a:ext cx="7500911" cy="962871"/>
      </dsp:txXfrm>
    </dsp:sp>
    <dsp:sp modelId="{A7653125-CAF8-45B3-A1E2-4D712B6E153B}">
      <dsp:nvSpPr>
        <dsp:cNvPr id="0" name=""/>
        <dsp:cNvSpPr/>
      </dsp:nvSpPr>
      <dsp:spPr>
        <a:xfrm>
          <a:off x="66438" y="3249691"/>
          <a:ext cx="1203589" cy="1203589"/>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9.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10.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3d4">
  <dgm:title val=""/>
  <dgm:desc val=""/>
  <dgm:catLst>
    <dgm:cat type="3D" pri="11400"/>
  </dgm:catLst>
  <dgm:scene3d>
    <a:camera prst="orthographicFront"/>
    <a:lightRig rig="threePt" dir="t"/>
  </dgm:scene3d>
  <dgm:styleLbl name="node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ven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chilly" dir="t"/>
    </dgm:scene3d>
    <dgm:sp3d prstMaterial="translucentPowder">
      <a:bevelT w="127000" h="25400" prst="softRound"/>
    </dgm:sp3d>
    <dgm:txPr/>
    <dgm:style>
      <a:lnRef idx="1">
        <a:scrgbClr r="0" g="0" b="0"/>
      </a:lnRef>
      <a:fillRef idx="1">
        <a:scrgbClr r="0" g="0" b="0"/>
      </a:fillRef>
      <a:effectRef idx="0">
        <a:scrgbClr r="0" g="0" b="0"/>
      </a:effectRef>
      <a:fontRef idx="minor">
        <a:schemeClr val="lt1"/>
      </a:fontRef>
    </dgm:style>
  </dgm:styleLbl>
  <dgm:styleLbl name="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4">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fgImgPlace1">
    <dgm:scene3d>
      <a:camera prst="orthographicFront"/>
      <a:lightRig rig="chilly" dir="t"/>
    </dgm:scene3d>
    <dgm:sp3d z="12700" extrusionH="12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alignImgPlac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bgImgPlace1">
    <dgm:scene3d>
      <a:camera prst="orthographicFront"/>
      <a:lightRig rig="chilly" dir="t"/>
    </dgm:scene3d>
    <dgm:sp3d z="-257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chilly" dir="t"/>
    </dgm:scene3d>
    <dgm:sp3d z="-70000" extrusionH="1700" prstMaterial="translucentPowder">
      <a:bevelT w="25400" h="6350" prst="softRound"/>
      <a:bevelB w="0" h="0" prst="convex"/>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bgSibTrans2D1">
    <dgm:scene3d>
      <a:camera prst="orthographicFront"/>
      <a:lightRig rig="chilly" dir="t"/>
    </dgm:scene3d>
    <dgm:sp3d z="-25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sibTrans1D1">
    <dgm:scene3d>
      <a:camera prst="orthographicFront"/>
      <a:lightRig rig="chilly"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chilly"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parChTrans2D1">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2">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3">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4">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1D1">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con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1">
    <dgm:scene3d>
      <a:camera prst="orthographicFront"/>
      <a:lightRig rig="chilly" dir="t"/>
    </dgm:scene3d>
    <dgm:sp3d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trAlignAcc1">
    <dgm:scene3d>
      <a:camera prst="orthographicFront"/>
      <a:lightRig rig="chilly" dir="t"/>
    </dgm:scene3d>
    <dgm:sp3d prstMaterial="dkEdge">
      <a:bevelT w="127000" h="25400"/>
    </dgm:sp3d>
    <dgm:txPr/>
    <dgm:style>
      <a:lnRef idx="1">
        <a:scrgbClr r="0" g="0" b="0"/>
      </a:lnRef>
      <a:fillRef idx="1">
        <a:scrgbClr r="0" g="0" b="0"/>
      </a:fillRef>
      <a:effectRef idx="0">
        <a:scrgbClr r="0" g="0" b="0"/>
      </a:effectRef>
      <a:fontRef idx="minor">
        <a:schemeClr val="lt1"/>
      </a:fontRef>
    </dgm:style>
  </dgm:styleLbl>
  <dgm:styleLbl name="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AlignAcc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0">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2">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3">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4">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dkBgShp">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trBgShp">
    <dgm:scene3d>
      <a:camera prst="orthographicFront"/>
      <a:lightRig rig="chilly"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3d7">
  <dgm:title val=""/>
  <dgm:desc val=""/>
  <dgm:catLst>
    <dgm:cat type="3D" pri="11700"/>
  </dgm:catLst>
  <dgm:scene3d>
    <a:camera prst="perspectiveLeft" zoom="91000"/>
    <a:lightRig rig="threePt" dir="t">
      <a:rot lat="0" lon="0" rev="20640000"/>
    </a:lightRig>
  </dgm:scene3d>
  <dgm:styleLbl name="node0">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lnNode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vennNode1">
    <dgm:scene3d>
      <a:camera prst="orthographicFront"/>
      <a:lightRig rig="threePt" dir="t"/>
    </dgm:scene3d>
    <dgm:sp3d extrusionH="50600" prstMaterial="clear">
      <a:bevelT w="101600" h="80600" prst="relaxedInset"/>
      <a:bevelB w="80600" h="80600" prst="relaxedInset"/>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extrusionH="50600" prstMaterial="metal">
      <a:bevelT w="101600" h="80600" prst="relaxedInset"/>
      <a:bevelB w="80600" h="80600" prst="relaxedInset"/>
    </dgm:sp3d>
    <dgm:txPr/>
    <dgm:style>
      <a:lnRef idx="1">
        <a:scrgbClr r="0" g="0" b="0"/>
      </a:lnRef>
      <a:fillRef idx="1">
        <a:scrgbClr r="0" g="0" b="0"/>
      </a:fillRef>
      <a:effectRef idx="1">
        <a:scrgbClr r="0" g="0" b="0"/>
      </a:effectRef>
      <a:fontRef idx="minor">
        <a:schemeClr val="dk1"/>
      </a:fontRef>
    </dgm:style>
  </dgm:styleLbl>
  <dgm:styleLbl name="node1">
    <dgm:scene3d>
      <a:camera prst="orthographicFront"/>
      <a:lightRig rig="threePt" dir="t"/>
    </dgm:scene3d>
    <dgm:sp3d extrusionH="50600" prstMaterial="metal">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2">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3">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4">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fgImgPlace1">
    <dgm:scene3d>
      <a:camera prst="orthographicFront"/>
      <a:lightRig rig="threePt" dir="t"/>
    </dgm:scene3d>
    <dgm:sp3d z="57200" extrusionH="10600" prstMaterial="plastic">
      <a:bevelT w="101600" h="8600" prst="relaxedInset"/>
      <a:bevelB w="8600" h="8600" prst="relaxedInset"/>
    </dgm:sp3d>
    <dgm:txPr/>
    <dgm:style>
      <a:lnRef idx="0">
        <a:scrgbClr r="0" g="0" b="0"/>
      </a:lnRef>
      <a:fillRef idx="1">
        <a:scrgbClr r="0" g="0" b="0"/>
      </a:fillRef>
      <a:effectRef idx="1">
        <a:scrgbClr r="0" g="0" b="0"/>
      </a:effectRef>
      <a:fontRef idx="minor"/>
    </dgm:style>
  </dgm:styleLbl>
  <dgm:styleLbl name="alignImgPlace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dgm:style>
  </dgm:styleLbl>
  <dgm:styleLbl name="bgImgPlace1">
    <dgm:scene3d>
      <a:camera prst="orthographicFront"/>
      <a:lightRig rig="threePt" dir="t"/>
    </dgm:scene3d>
    <dgm:sp3d z="-211800" extrusionH="10600" prstMaterial="plastic">
      <a:bevelT w="101600" h="8600" prst="relaxedInset"/>
      <a:bevelB w="8600" h="8600" prst="relaxedInset"/>
    </dgm:sp3d>
    <dgm:txPr/>
    <dgm:style>
      <a:lnRef idx="0">
        <a:scrgbClr r="0" g="0" b="0"/>
      </a:lnRef>
      <a:fillRef idx="1">
        <a:scrgbClr r="0" g="0" b="0"/>
      </a:fillRef>
      <a:effectRef idx="1">
        <a:scrgbClr r="0" g="0" b="0"/>
      </a:effectRef>
      <a:fontRef idx="minor"/>
    </dgm:style>
  </dgm:styleLbl>
  <dgm:styleLbl name="sibTrans2D1">
    <dgm:scene3d>
      <a:camera prst="orthographicFront"/>
      <a:lightRig rig="threePt" dir="t"/>
    </dgm:scene3d>
    <dgm:sp3d z="-110000">
      <a:bevelT w="40600" h="20600" prst="relaxedInset"/>
    </dgm:sp3d>
    <dgm:txPr/>
    <dgm:style>
      <a:lnRef idx="0">
        <a:scrgbClr r="0" g="0" b="0"/>
      </a:lnRef>
      <a:fillRef idx="1">
        <a:scrgbClr r="0" g="0" b="0"/>
      </a:fillRef>
      <a:effectRef idx="2">
        <a:scrgbClr r="0" g="0" b="0"/>
      </a:effectRef>
      <a:fontRef idx="minor"/>
    </dgm:style>
  </dgm:styleLbl>
  <dgm:styleLbl name="fgSibTrans2D1">
    <dgm:scene3d>
      <a:camera prst="orthographicFront"/>
      <a:lightRig rig="threePt" dir="t"/>
    </dgm:scene3d>
    <dgm:sp3d z="10600">
      <a:bevelT w="40600" h="20600" prst="relaxedInset"/>
    </dgm:sp3d>
    <dgm:txPr/>
    <dgm:style>
      <a:lnRef idx="0">
        <a:scrgbClr r="0" g="0" b="0"/>
      </a:lnRef>
      <a:fillRef idx="1">
        <a:scrgbClr r="0" g="0" b="0"/>
      </a:fillRef>
      <a:effectRef idx="2">
        <a:scrgbClr r="0" g="0" b="0"/>
      </a:effectRef>
      <a:fontRef idx="minor"/>
    </dgm:style>
  </dgm:styleLbl>
  <dgm:styleLbl name="bgSibTrans2D1">
    <dgm:scene3d>
      <a:camera prst="orthographicFront"/>
      <a:lightRig rig="threePt" dir="t"/>
    </dgm:scene3d>
    <dgm:sp3d z="-211800">
      <a:bevelT w="40600" h="20600" prst="relaxedInset"/>
    </dgm:sp3d>
    <dgm:txPr/>
    <dgm:style>
      <a:lnRef idx="0">
        <a:scrgbClr r="0" g="0" b="0"/>
      </a:lnRef>
      <a:fillRef idx="1">
        <a:scrgbClr r="0" g="0" b="0"/>
      </a:fillRef>
      <a:effectRef idx="2">
        <a:scrgbClr r="0" g="0" b="0"/>
      </a:effectRef>
      <a:fontRef idx="minor"/>
    </dgm:style>
  </dgm:styleLbl>
  <dgm:styleLbl name="sibTrans1D1">
    <dgm:scene3d>
      <a:camera prst="orthographicFront"/>
      <a:lightRig rig="threePt" dir="t"/>
    </dgm:scene3d>
    <dgm:sp3d z="-110000"/>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0000"/>
    <dgm:txPr/>
    <dgm:style>
      <a:lnRef idx="1">
        <a:scrgbClr r="0" g="0" b="0"/>
      </a:lnRef>
      <a:fillRef idx="1">
        <a:scrgbClr r="0" g="0" b="0"/>
      </a:fillRef>
      <a:effectRef idx="0">
        <a:scrgbClr r="0" g="0" b="0"/>
      </a:effectRef>
      <a:fontRef idx="minor"/>
    </dgm:style>
  </dgm:styleLbl>
  <dgm:styleLbl name="asst0">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2">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3">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4">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parChTrans2D1">
    <dgm:scene3d>
      <a:camera prst="orthographicFront"/>
      <a:lightRig rig="threePt" dir="t"/>
    </dgm:scene3d>
    <dgm:sp3d z="-110000">
      <a:bevelT w="40600" h="20600" prst="relaxedInset"/>
    </dgm:sp3d>
    <dgm:txPr/>
    <dgm:style>
      <a:lnRef idx="0">
        <a:scrgbClr r="0" g="0" b="0"/>
      </a:lnRef>
      <a:fillRef idx="1">
        <a:scrgbClr r="0" g="0" b="0"/>
      </a:fillRef>
      <a:effectRef idx="0">
        <a:scrgbClr r="0" g="0" b="0"/>
      </a:effectRef>
      <a:fontRef idx="minor"/>
    </dgm:style>
  </dgm:styleLbl>
  <dgm:styleLbl name="parChTrans2D2">
    <dgm:scene3d>
      <a:camera prst="orthographicFront"/>
      <a:lightRig rig="threePt" dir="t"/>
    </dgm:scene3d>
    <dgm:sp3d z="-110000">
      <a:bevelT w="40600" h="20600" prst="relaxedInset"/>
    </dgm:sp3d>
    <dgm:txPr/>
    <dgm:style>
      <a:lnRef idx="0">
        <a:scrgbClr r="0" g="0" b="0"/>
      </a:lnRef>
      <a:fillRef idx="1">
        <a:scrgbClr r="0" g="0" b="0"/>
      </a:fillRef>
      <a:effectRef idx="0">
        <a:scrgbClr r="0" g="0" b="0"/>
      </a:effectRef>
      <a:fontRef idx="minor"/>
    </dgm:style>
  </dgm:styleLbl>
  <dgm:styleLbl name="parChTrans2D3">
    <dgm:scene3d>
      <a:camera prst="orthographicFront"/>
      <a:lightRig rig="threePt" dir="t"/>
    </dgm:scene3d>
    <dgm:sp3d z="-110000"/>
    <dgm:txPr/>
    <dgm:style>
      <a:lnRef idx="0">
        <a:scrgbClr r="0" g="0" b="0"/>
      </a:lnRef>
      <a:fillRef idx="1">
        <a:scrgbClr r="0" g="0" b="0"/>
      </a:fillRef>
      <a:effectRef idx="0">
        <a:scrgbClr r="0" g="0" b="0"/>
      </a:effectRef>
      <a:fontRef idx="minor"/>
    </dgm:style>
  </dgm:styleLbl>
  <dgm:styleLbl name="parChTrans2D4">
    <dgm:scene3d>
      <a:camera prst="orthographicFront"/>
      <a:lightRig rig="threePt" dir="t"/>
    </dgm:scene3d>
    <dgm:sp3d z="-110000"/>
    <dgm:txPr/>
    <dgm:style>
      <a:lnRef idx="0">
        <a:scrgbClr r="0" g="0" b="0"/>
      </a:lnRef>
      <a:fillRef idx="1">
        <a:scrgbClr r="0" g="0" b="0"/>
      </a:fillRef>
      <a:effectRef idx="0">
        <a:scrgbClr r="0" g="0" b="0"/>
      </a:effectRef>
      <a:fontRef idx="minor"/>
    </dgm:style>
  </dgm:styleLbl>
  <dgm:styleLbl name="parChTrans1D1">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z="-161800" extrusionH="10600" prstMaterial="matte">
      <a:bevelT w="90600" h="18600" prst="softRound"/>
      <a:bevelB w="48600" h="8600" prst="relaxedInset"/>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extrusionH="50600">
      <a:bevelT w="101600" h="80600"/>
      <a:bevelB w="80600" h="80600"/>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extrusionH="50600">
      <a:bevelT w="101600" h="80600"/>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z="-161800" extrusionH="10600" prstMaterial="matte">
      <a:bevelT w="90600" h="18600" prst="softRound"/>
      <a:bevelB w="48600" h="8600" prst="relaxedInset"/>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z="572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solidAlignAcc1">
    <dgm:scene3d>
      <a:camera prst="orthographicFront"/>
      <a:lightRig rig="threePt" dir="t"/>
    </dgm:scene3d>
    <dgm:sp3d extrusionH="50600" contourW="3000">
      <a:bevelT w="101600" h="80600" prst="relaxedInset"/>
      <a:bevelB w="80600" h="80600" prst="relaxedInset"/>
    </dgm:sp3d>
    <dgm:txPr/>
    <dgm:style>
      <a:lnRef idx="0">
        <a:scrgbClr r="0" g="0" b="0"/>
      </a:lnRef>
      <a:fillRef idx="1">
        <a:scrgbClr r="0" g="0" b="0"/>
      </a:fillRef>
      <a:effectRef idx="0">
        <a:scrgbClr r="0" g="0" b="0"/>
      </a:effectRef>
      <a:fontRef idx="minor"/>
    </dgm:style>
  </dgm:styleLbl>
  <dgm:styleLbl name="solidBgAcc1">
    <dgm:scene3d>
      <a:camera prst="orthographicFront"/>
      <a:lightRig rig="threePt" dir="t"/>
    </dgm:scene3d>
    <dgm:sp3d z="-161800" extrusionH="10600" contourW="3000">
      <a:bevelT w="48600" h="8600" prst="softRound"/>
      <a:bevelB w="48600" h="8600" prst="relaxedInset"/>
    </dgm:sp3d>
    <dgm:txPr/>
    <dgm:style>
      <a:lnRef idx="0">
        <a:scrgbClr r="0" g="0" b="0"/>
      </a:lnRef>
      <a:fillRef idx="1">
        <a:scrgbClr r="0" g="0" b="0"/>
      </a:fillRef>
      <a:effectRef idx="0">
        <a:scrgbClr r="0" g="0" b="0"/>
      </a:effectRef>
      <a:fontRef idx="minor"/>
    </dgm:style>
  </dgm:styleLbl>
  <dgm:styleLbl name="fgAccFollowNode1">
    <dgm:scene3d>
      <a:camera prst="orthographicFront"/>
      <a:lightRig rig="threePt" dir="t"/>
    </dgm:scene3d>
    <dgm:sp3d z="572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alignAccFollowNode1">
    <dgm:scene3d>
      <a:camera prst="orthographicFront"/>
      <a:lightRig rig="threePt" dir="t"/>
    </dgm:scene3d>
    <dgm:sp3d extrusionH="50600" contourW="3000">
      <a:bevelT w="101600" h="80600" prst="relaxedInset"/>
      <a:bevelB w="80600" h="80600" prst="relaxedInset"/>
    </dgm:sp3d>
    <dgm:txPr/>
    <dgm:style>
      <a:lnRef idx="0">
        <a:scrgbClr r="0" g="0" b="0"/>
      </a:lnRef>
      <a:fillRef idx="1">
        <a:scrgbClr r="0" g="0" b="0"/>
      </a:fillRef>
      <a:effectRef idx="0">
        <a:scrgbClr r="0" g="0" b="0"/>
      </a:effectRef>
      <a:fontRef idx="minor"/>
    </dgm:style>
  </dgm:styleLbl>
  <dgm:styleLbl name="bgAccFollowNode1">
    <dgm:scene3d>
      <a:camera prst="orthographicFront"/>
      <a:lightRig rig="threePt" dir="t"/>
    </dgm:scene3d>
    <dgm:sp3d z="-161800" extrusionH="10600" contourW="3000">
      <a:bevelT w="48600" h="8600" prst="relaxedInset"/>
      <a:bevelB w="48600" h="8600" prst="relaxedInset"/>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z="-1618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extrusionH="50600">
      <a:bevelT w="80600" h="80600" prst="relaxedInset"/>
      <a:bevelB w="80600" h="80600" prst="relaxedInset"/>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z="57200" extrusionH="600" contourW="3000" prstMaterial="plastic">
      <a:bevelT w="80600" h="18600" prst="relaxedInset"/>
      <a:bevelB w="80600" h="8600" prst="relaxedInset"/>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3d4">
  <dgm:title val=""/>
  <dgm:desc val=""/>
  <dgm:catLst>
    <dgm:cat type="3D" pri="11400"/>
  </dgm:catLst>
  <dgm:scene3d>
    <a:camera prst="orthographicFront"/>
    <a:lightRig rig="threePt" dir="t"/>
  </dgm:scene3d>
  <dgm:styleLbl name="node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ven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chilly" dir="t"/>
    </dgm:scene3d>
    <dgm:sp3d prstMaterial="translucentPowder">
      <a:bevelT w="127000" h="25400" prst="softRound"/>
    </dgm:sp3d>
    <dgm:txPr/>
    <dgm:style>
      <a:lnRef idx="1">
        <a:scrgbClr r="0" g="0" b="0"/>
      </a:lnRef>
      <a:fillRef idx="1">
        <a:scrgbClr r="0" g="0" b="0"/>
      </a:fillRef>
      <a:effectRef idx="0">
        <a:scrgbClr r="0" g="0" b="0"/>
      </a:effectRef>
      <a:fontRef idx="minor">
        <a:schemeClr val="lt1"/>
      </a:fontRef>
    </dgm:style>
  </dgm:styleLbl>
  <dgm:styleLbl name="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4">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fgImgPlace1">
    <dgm:scene3d>
      <a:camera prst="orthographicFront"/>
      <a:lightRig rig="chilly" dir="t"/>
    </dgm:scene3d>
    <dgm:sp3d z="12700" extrusionH="12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alignImgPlac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bgImgPlace1">
    <dgm:scene3d>
      <a:camera prst="orthographicFront"/>
      <a:lightRig rig="chilly" dir="t"/>
    </dgm:scene3d>
    <dgm:sp3d z="-257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chilly" dir="t"/>
    </dgm:scene3d>
    <dgm:sp3d z="-70000" extrusionH="1700" prstMaterial="translucentPowder">
      <a:bevelT w="25400" h="6350" prst="softRound"/>
      <a:bevelB w="0" h="0" prst="convex"/>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bgSibTrans2D1">
    <dgm:scene3d>
      <a:camera prst="orthographicFront"/>
      <a:lightRig rig="chilly" dir="t"/>
    </dgm:scene3d>
    <dgm:sp3d z="-25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sibTrans1D1">
    <dgm:scene3d>
      <a:camera prst="orthographicFront"/>
      <a:lightRig rig="chilly"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chilly"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parChTrans2D1">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2">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3">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4">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1D1">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con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1">
    <dgm:scene3d>
      <a:camera prst="orthographicFront"/>
      <a:lightRig rig="chilly" dir="t"/>
    </dgm:scene3d>
    <dgm:sp3d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trAlignAcc1">
    <dgm:scene3d>
      <a:camera prst="orthographicFront"/>
      <a:lightRig rig="chilly" dir="t"/>
    </dgm:scene3d>
    <dgm:sp3d prstMaterial="dkEdge">
      <a:bevelT w="127000" h="25400"/>
    </dgm:sp3d>
    <dgm:txPr/>
    <dgm:style>
      <a:lnRef idx="1">
        <a:scrgbClr r="0" g="0" b="0"/>
      </a:lnRef>
      <a:fillRef idx="1">
        <a:scrgbClr r="0" g="0" b="0"/>
      </a:fillRef>
      <a:effectRef idx="0">
        <a:scrgbClr r="0" g="0" b="0"/>
      </a:effectRef>
      <a:fontRef idx="minor">
        <a:schemeClr val="lt1"/>
      </a:fontRef>
    </dgm:style>
  </dgm:styleLbl>
  <dgm:styleLbl name="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AlignAcc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0">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2">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3">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4">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dkBgShp">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trBgShp">
    <dgm:scene3d>
      <a:camera prst="orthographicFront"/>
      <a:lightRig rig="chilly"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3d7">
  <dgm:title val=""/>
  <dgm:desc val=""/>
  <dgm:catLst>
    <dgm:cat type="3D" pri="11700"/>
  </dgm:catLst>
  <dgm:scene3d>
    <a:camera prst="perspectiveLeft" zoom="91000"/>
    <a:lightRig rig="threePt" dir="t">
      <a:rot lat="0" lon="0" rev="20640000"/>
    </a:lightRig>
  </dgm:scene3d>
  <dgm:styleLbl name="node0">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lnNode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vennNode1">
    <dgm:scene3d>
      <a:camera prst="orthographicFront"/>
      <a:lightRig rig="threePt" dir="t"/>
    </dgm:scene3d>
    <dgm:sp3d extrusionH="50600" prstMaterial="clear">
      <a:bevelT w="101600" h="80600" prst="relaxedInset"/>
      <a:bevelB w="80600" h="80600" prst="relaxedInset"/>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extrusionH="50600" prstMaterial="metal">
      <a:bevelT w="101600" h="80600" prst="relaxedInset"/>
      <a:bevelB w="80600" h="80600" prst="relaxedInset"/>
    </dgm:sp3d>
    <dgm:txPr/>
    <dgm:style>
      <a:lnRef idx="1">
        <a:scrgbClr r="0" g="0" b="0"/>
      </a:lnRef>
      <a:fillRef idx="1">
        <a:scrgbClr r="0" g="0" b="0"/>
      </a:fillRef>
      <a:effectRef idx="1">
        <a:scrgbClr r="0" g="0" b="0"/>
      </a:effectRef>
      <a:fontRef idx="minor">
        <a:schemeClr val="dk1"/>
      </a:fontRef>
    </dgm:style>
  </dgm:styleLbl>
  <dgm:styleLbl name="node1">
    <dgm:scene3d>
      <a:camera prst="orthographicFront"/>
      <a:lightRig rig="threePt" dir="t"/>
    </dgm:scene3d>
    <dgm:sp3d extrusionH="50600" prstMaterial="metal">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2">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3">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4">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fgImgPlace1">
    <dgm:scene3d>
      <a:camera prst="orthographicFront"/>
      <a:lightRig rig="threePt" dir="t"/>
    </dgm:scene3d>
    <dgm:sp3d z="57200" extrusionH="10600" prstMaterial="plastic">
      <a:bevelT w="101600" h="8600" prst="relaxedInset"/>
      <a:bevelB w="8600" h="8600" prst="relaxedInset"/>
    </dgm:sp3d>
    <dgm:txPr/>
    <dgm:style>
      <a:lnRef idx="0">
        <a:scrgbClr r="0" g="0" b="0"/>
      </a:lnRef>
      <a:fillRef idx="1">
        <a:scrgbClr r="0" g="0" b="0"/>
      </a:fillRef>
      <a:effectRef idx="1">
        <a:scrgbClr r="0" g="0" b="0"/>
      </a:effectRef>
      <a:fontRef idx="minor"/>
    </dgm:style>
  </dgm:styleLbl>
  <dgm:styleLbl name="alignImgPlace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dgm:style>
  </dgm:styleLbl>
  <dgm:styleLbl name="bgImgPlace1">
    <dgm:scene3d>
      <a:camera prst="orthographicFront"/>
      <a:lightRig rig="threePt" dir="t"/>
    </dgm:scene3d>
    <dgm:sp3d z="-211800" extrusionH="10600" prstMaterial="plastic">
      <a:bevelT w="101600" h="8600" prst="relaxedInset"/>
      <a:bevelB w="8600" h="8600" prst="relaxedInset"/>
    </dgm:sp3d>
    <dgm:txPr/>
    <dgm:style>
      <a:lnRef idx="0">
        <a:scrgbClr r="0" g="0" b="0"/>
      </a:lnRef>
      <a:fillRef idx="1">
        <a:scrgbClr r="0" g="0" b="0"/>
      </a:fillRef>
      <a:effectRef idx="1">
        <a:scrgbClr r="0" g="0" b="0"/>
      </a:effectRef>
      <a:fontRef idx="minor"/>
    </dgm:style>
  </dgm:styleLbl>
  <dgm:styleLbl name="sibTrans2D1">
    <dgm:scene3d>
      <a:camera prst="orthographicFront"/>
      <a:lightRig rig="threePt" dir="t"/>
    </dgm:scene3d>
    <dgm:sp3d z="-110000">
      <a:bevelT w="40600" h="20600" prst="relaxedInset"/>
    </dgm:sp3d>
    <dgm:txPr/>
    <dgm:style>
      <a:lnRef idx="0">
        <a:scrgbClr r="0" g="0" b="0"/>
      </a:lnRef>
      <a:fillRef idx="1">
        <a:scrgbClr r="0" g="0" b="0"/>
      </a:fillRef>
      <a:effectRef idx="2">
        <a:scrgbClr r="0" g="0" b="0"/>
      </a:effectRef>
      <a:fontRef idx="minor"/>
    </dgm:style>
  </dgm:styleLbl>
  <dgm:styleLbl name="fgSibTrans2D1">
    <dgm:scene3d>
      <a:camera prst="orthographicFront"/>
      <a:lightRig rig="threePt" dir="t"/>
    </dgm:scene3d>
    <dgm:sp3d z="10600">
      <a:bevelT w="40600" h="20600" prst="relaxedInset"/>
    </dgm:sp3d>
    <dgm:txPr/>
    <dgm:style>
      <a:lnRef idx="0">
        <a:scrgbClr r="0" g="0" b="0"/>
      </a:lnRef>
      <a:fillRef idx="1">
        <a:scrgbClr r="0" g="0" b="0"/>
      </a:fillRef>
      <a:effectRef idx="2">
        <a:scrgbClr r="0" g="0" b="0"/>
      </a:effectRef>
      <a:fontRef idx="minor"/>
    </dgm:style>
  </dgm:styleLbl>
  <dgm:styleLbl name="bgSibTrans2D1">
    <dgm:scene3d>
      <a:camera prst="orthographicFront"/>
      <a:lightRig rig="threePt" dir="t"/>
    </dgm:scene3d>
    <dgm:sp3d z="-211800">
      <a:bevelT w="40600" h="20600" prst="relaxedInset"/>
    </dgm:sp3d>
    <dgm:txPr/>
    <dgm:style>
      <a:lnRef idx="0">
        <a:scrgbClr r="0" g="0" b="0"/>
      </a:lnRef>
      <a:fillRef idx="1">
        <a:scrgbClr r="0" g="0" b="0"/>
      </a:fillRef>
      <a:effectRef idx="2">
        <a:scrgbClr r="0" g="0" b="0"/>
      </a:effectRef>
      <a:fontRef idx="minor"/>
    </dgm:style>
  </dgm:styleLbl>
  <dgm:styleLbl name="sibTrans1D1">
    <dgm:scene3d>
      <a:camera prst="orthographicFront"/>
      <a:lightRig rig="threePt" dir="t"/>
    </dgm:scene3d>
    <dgm:sp3d z="-110000"/>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0000"/>
    <dgm:txPr/>
    <dgm:style>
      <a:lnRef idx="1">
        <a:scrgbClr r="0" g="0" b="0"/>
      </a:lnRef>
      <a:fillRef idx="1">
        <a:scrgbClr r="0" g="0" b="0"/>
      </a:fillRef>
      <a:effectRef idx="0">
        <a:scrgbClr r="0" g="0" b="0"/>
      </a:effectRef>
      <a:fontRef idx="minor"/>
    </dgm:style>
  </dgm:styleLbl>
  <dgm:styleLbl name="asst0">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2">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3">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4">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parChTrans2D1">
    <dgm:scene3d>
      <a:camera prst="orthographicFront"/>
      <a:lightRig rig="threePt" dir="t"/>
    </dgm:scene3d>
    <dgm:sp3d z="-110000">
      <a:bevelT w="40600" h="20600" prst="relaxedInset"/>
    </dgm:sp3d>
    <dgm:txPr/>
    <dgm:style>
      <a:lnRef idx="0">
        <a:scrgbClr r="0" g="0" b="0"/>
      </a:lnRef>
      <a:fillRef idx="1">
        <a:scrgbClr r="0" g="0" b="0"/>
      </a:fillRef>
      <a:effectRef idx="0">
        <a:scrgbClr r="0" g="0" b="0"/>
      </a:effectRef>
      <a:fontRef idx="minor"/>
    </dgm:style>
  </dgm:styleLbl>
  <dgm:styleLbl name="parChTrans2D2">
    <dgm:scene3d>
      <a:camera prst="orthographicFront"/>
      <a:lightRig rig="threePt" dir="t"/>
    </dgm:scene3d>
    <dgm:sp3d z="-110000">
      <a:bevelT w="40600" h="20600" prst="relaxedInset"/>
    </dgm:sp3d>
    <dgm:txPr/>
    <dgm:style>
      <a:lnRef idx="0">
        <a:scrgbClr r="0" g="0" b="0"/>
      </a:lnRef>
      <a:fillRef idx="1">
        <a:scrgbClr r="0" g="0" b="0"/>
      </a:fillRef>
      <a:effectRef idx="0">
        <a:scrgbClr r="0" g="0" b="0"/>
      </a:effectRef>
      <a:fontRef idx="minor"/>
    </dgm:style>
  </dgm:styleLbl>
  <dgm:styleLbl name="parChTrans2D3">
    <dgm:scene3d>
      <a:camera prst="orthographicFront"/>
      <a:lightRig rig="threePt" dir="t"/>
    </dgm:scene3d>
    <dgm:sp3d z="-110000"/>
    <dgm:txPr/>
    <dgm:style>
      <a:lnRef idx="0">
        <a:scrgbClr r="0" g="0" b="0"/>
      </a:lnRef>
      <a:fillRef idx="1">
        <a:scrgbClr r="0" g="0" b="0"/>
      </a:fillRef>
      <a:effectRef idx="0">
        <a:scrgbClr r="0" g="0" b="0"/>
      </a:effectRef>
      <a:fontRef idx="minor"/>
    </dgm:style>
  </dgm:styleLbl>
  <dgm:styleLbl name="parChTrans2D4">
    <dgm:scene3d>
      <a:camera prst="orthographicFront"/>
      <a:lightRig rig="threePt" dir="t"/>
    </dgm:scene3d>
    <dgm:sp3d z="-110000"/>
    <dgm:txPr/>
    <dgm:style>
      <a:lnRef idx="0">
        <a:scrgbClr r="0" g="0" b="0"/>
      </a:lnRef>
      <a:fillRef idx="1">
        <a:scrgbClr r="0" g="0" b="0"/>
      </a:fillRef>
      <a:effectRef idx="0">
        <a:scrgbClr r="0" g="0" b="0"/>
      </a:effectRef>
      <a:fontRef idx="minor"/>
    </dgm:style>
  </dgm:styleLbl>
  <dgm:styleLbl name="parChTrans1D1">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z="-161800" extrusionH="10600" prstMaterial="matte">
      <a:bevelT w="90600" h="18600" prst="softRound"/>
      <a:bevelB w="48600" h="8600" prst="relaxedInset"/>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extrusionH="50600">
      <a:bevelT w="101600" h="80600"/>
      <a:bevelB w="80600" h="80600"/>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extrusionH="50600">
      <a:bevelT w="101600" h="80600"/>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z="-161800" extrusionH="10600" prstMaterial="matte">
      <a:bevelT w="90600" h="18600" prst="softRound"/>
      <a:bevelB w="48600" h="8600" prst="relaxedInset"/>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z="572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solidAlignAcc1">
    <dgm:scene3d>
      <a:camera prst="orthographicFront"/>
      <a:lightRig rig="threePt" dir="t"/>
    </dgm:scene3d>
    <dgm:sp3d extrusionH="50600" contourW="3000">
      <a:bevelT w="101600" h="80600" prst="relaxedInset"/>
      <a:bevelB w="80600" h="80600" prst="relaxedInset"/>
    </dgm:sp3d>
    <dgm:txPr/>
    <dgm:style>
      <a:lnRef idx="0">
        <a:scrgbClr r="0" g="0" b="0"/>
      </a:lnRef>
      <a:fillRef idx="1">
        <a:scrgbClr r="0" g="0" b="0"/>
      </a:fillRef>
      <a:effectRef idx="0">
        <a:scrgbClr r="0" g="0" b="0"/>
      </a:effectRef>
      <a:fontRef idx="minor"/>
    </dgm:style>
  </dgm:styleLbl>
  <dgm:styleLbl name="solidBgAcc1">
    <dgm:scene3d>
      <a:camera prst="orthographicFront"/>
      <a:lightRig rig="threePt" dir="t"/>
    </dgm:scene3d>
    <dgm:sp3d z="-161800" extrusionH="10600" contourW="3000">
      <a:bevelT w="48600" h="8600" prst="softRound"/>
      <a:bevelB w="48600" h="8600" prst="relaxedInset"/>
    </dgm:sp3d>
    <dgm:txPr/>
    <dgm:style>
      <a:lnRef idx="0">
        <a:scrgbClr r="0" g="0" b="0"/>
      </a:lnRef>
      <a:fillRef idx="1">
        <a:scrgbClr r="0" g="0" b="0"/>
      </a:fillRef>
      <a:effectRef idx="0">
        <a:scrgbClr r="0" g="0" b="0"/>
      </a:effectRef>
      <a:fontRef idx="minor"/>
    </dgm:style>
  </dgm:styleLbl>
  <dgm:styleLbl name="fgAccFollowNode1">
    <dgm:scene3d>
      <a:camera prst="orthographicFront"/>
      <a:lightRig rig="threePt" dir="t"/>
    </dgm:scene3d>
    <dgm:sp3d z="572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alignAccFollowNode1">
    <dgm:scene3d>
      <a:camera prst="orthographicFront"/>
      <a:lightRig rig="threePt" dir="t"/>
    </dgm:scene3d>
    <dgm:sp3d extrusionH="50600" contourW="3000">
      <a:bevelT w="101600" h="80600" prst="relaxedInset"/>
      <a:bevelB w="80600" h="80600" prst="relaxedInset"/>
    </dgm:sp3d>
    <dgm:txPr/>
    <dgm:style>
      <a:lnRef idx="0">
        <a:scrgbClr r="0" g="0" b="0"/>
      </a:lnRef>
      <a:fillRef idx="1">
        <a:scrgbClr r="0" g="0" b="0"/>
      </a:fillRef>
      <a:effectRef idx="0">
        <a:scrgbClr r="0" g="0" b="0"/>
      </a:effectRef>
      <a:fontRef idx="minor"/>
    </dgm:style>
  </dgm:styleLbl>
  <dgm:styleLbl name="bgAccFollowNode1">
    <dgm:scene3d>
      <a:camera prst="orthographicFront"/>
      <a:lightRig rig="threePt" dir="t"/>
    </dgm:scene3d>
    <dgm:sp3d z="-161800" extrusionH="10600" contourW="3000">
      <a:bevelT w="48600" h="8600" prst="relaxedInset"/>
      <a:bevelB w="48600" h="8600" prst="relaxedInset"/>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z="-1618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extrusionH="50600">
      <a:bevelT w="80600" h="80600" prst="relaxedInset"/>
      <a:bevelB w="80600" h="80600" prst="relaxedInset"/>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z="57200" extrusionH="600" contourW="3000" prstMaterial="plastic">
      <a:bevelT w="80600" h="18600" prst="relaxedInset"/>
      <a:bevelB w="80600" h="8600" prst="relaxedInset"/>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3d4">
  <dgm:title val=""/>
  <dgm:desc val=""/>
  <dgm:catLst>
    <dgm:cat type="3D" pri="11400"/>
  </dgm:catLst>
  <dgm:scene3d>
    <a:camera prst="orthographicFront"/>
    <a:lightRig rig="threePt" dir="t"/>
  </dgm:scene3d>
  <dgm:styleLbl name="node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ven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chilly" dir="t"/>
    </dgm:scene3d>
    <dgm:sp3d prstMaterial="translucentPowder">
      <a:bevelT w="127000" h="25400" prst="softRound"/>
    </dgm:sp3d>
    <dgm:txPr/>
    <dgm:style>
      <a:lnRef idx="1">
        <a:scrgbClr r="0" g="0" b="0"/>
      </a:lnRef>
      <a:fillRef idx="1">
        <a:scrgbClr r="0" g="0" b="0"/>
      </a:fillRef>
      <a:effectRef idx="0">
        <a:scrgbClr r="0" g="0" b="0"/>
      </a:effectRef>
      <a:fontRef idx="minor">
        <a:schemeClr val="lt1"/>
      </a:fontRef>
    </dgm:style>
  </dgm:styleLbl>
  <dgm:styleLbl name="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4">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fgImgPlace1">
    <dgm:scene3d>
      <a:camera prst="orthographicFront"/>
      <a:lightRig rig="chilly" dir="t"/>
    </dgm:scene3d>
    <dgm:sp3d z="12700" extrusionH="12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alignImgPlac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bgImgPlace1">
    <dgm:scene3d>
      <a:camera prst="orthographicFront"/>
      <a:lightRig rig="chilly" dir="t"/>
    </dgm:scene3d>
    <dgm:sp3d z="-257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chilly" dir="t"/>
    </dgm:scene3d>
    <dgm:sp3d z="-70000" extrusionH="1700" prstMaterial="translucentPowder">
      <a:bevelT w="25400" h="6350" prst="softRound"/>
      <a:bevelB w="0" h="0" prst="convex"/>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bgSibTrans2D1">
    <dgm:scene3d>
      <a:camera prst="orthographicFront"/>
      <a:lightRig rig="chilly" dir="t"/>
    </dgm:scene3d>
    <dgm:sp3d z="-25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sibTrans1D1">
    <dgm:scene3d>
      <a:camera prst="orthographicFront"/>
      <a:lightRig rig="chilly"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chilly"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parChTrans2D1">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2">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3">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4">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1D1">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con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1">
    <dgm:scene3d>
      <a:camera prst="orthographicFront"/>
      <a:lightRig rig="chilly" dir="t"/>
    </dgm:scene3d>
    <dgm:sp3d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trAlignAcc1">
    <dgm:scene3d>
      <a:camera prst="orthographicFront"/>
      <a:lightRig rig="chilly" dir="t"/>
    </dgm:scene3d>
    <dgm:sp3d prstMaterial="dkEdge">
      <a:bevelT w="127000" h="25400"/>
    </dgm:sp3d>
    <dgm:txPr/>
    <dgm:style>
      <a:lnRef idx="1">
        <a:scrgbClr r="0" g="0" b="0"/>
      </a:lnRef>
      <a:fillRef idx="1">
        <a:scrgbClr r="0" g="0" b="0"/>
      </a:fillRef>
      <a:effectRef idx="0">
        <a:scrgbClr r="0" g="0" b="0"/>
      </a:effectRef>
      <a:fontRef idx="minor">
        <a:schemeClr val="lt1"/>
      </a:fontRef>
    </dgm:style>
  </dgm:styleLbl>
  <dgm:styleLbl name="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AlignAcc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0">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2">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3">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4">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dkBgShp">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trBgShp">
    <dgm:scene3d>
      <a:camera prst="orthographicFront"/>
      <a:lightRig rig="chilly"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3d7">
  <dgm:title val=""/>
  <dgm:desc val=""/>
  <dgm:catLst>
    <dgm:cat type="3D" pri="11700"/>
  </dgm:catLst>
  <dgm:scene3d>
    <a:camera prst="perspectiveLeft" zoom="91000"/>
    <a:lightRig rig="threePt" dir="t">
      <a:rot lat="0" lon="0" rev="20640000"/>
    </a:lightRig>
  </dgm:scene3d>
  <dgm:styleLbl name="node0">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lnNode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vennNode1">
    <dgm:scene3d>
      <a:camera prst="orthographicFront"/>
      <a:lightRig rig="threePt" dir="t"/>
    </dgm:scene3d>
    <dgm:sp3d extrusionH="50600" prstMaterial="clear">
      <a:bevelT w="101600" h="80600" prst="relaxedInset"/>
      <a:bevelB w="80600" h="80600" prst="relaxedInset"/>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extrusionH="50600" prstMaterial="metal">
      <a:bevelT w="101600" h="80600" prst="relaxedInset"/>
      <a:bevelB w="80600" h="80600" prst="relaxedInset"/>
    </dgm:sp3d>
    <dgm:txPr/>
    <dgm:style>
      <a:lnRef idx="1">
        <a:scrgbClr r="0" g="0" b="0"/>
      </a:lnRef>
      <a:fillRef idx="1">
        <a:scrgbClr r="0" g="0" b="0"/>
      </a:fillRef>
      <a:effectRef idx="1">
        <a:scrgbClr r="0" g="0" b="0"/>
      </a:effectRef>
      <a:fontRef idx="minor">
        <a:schemeClr val="dk1"/>
      </a:fontRef>
    </dgm:style>
  </dgm:styleLbl>
  <dgm:styleLbl name="node1">
    <dgm:scene3d>
      <a:camera prst="orthographicFront"/>
      <a:lightRig rig="threePt" dir="t"/>
    </dgm:scene3d>
    <dgm:sp3d extrusionH="50600" prstMaterial="metal">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2">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3">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4">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fgImgPlace1">
    <dgm:scene3d>
      <a:camera prst="orthographicFront"/>
      <a:lightRig rig="threePt" dir="t"/>
    </dgm:scene3d>
    <dgm:sp3d z="57200" extrusionH="10600" prstMaterial="plastic">
      <a:bevelT w="101600" h="8600" prst="relaxedInset"/>
      <a:bevelB w="8600" h="8600" prst="relaxedInset"/>
    </dgm:sp3d>
    <dgm:txPr/>
    <dgm:style>
      <a:lnRef idx="0">
        <a:scrgbClr r="0" g="0" b="0"/>
      </a:lnRef>
      <a:fillRef idx="1">
        <a:scrgbClr r="0" g="0" b="0"/>
      </a:fillRef>
      <a:effectRef idx="1">
        <a:scrgbClr r="0" g="0" b="0"/>
      </a:effectRef>
      <a:fontRef idx="minor"/>
    </dgm:style>
  </dgm:styleLbl>
  <dgm:styleLbl name="alignImgPlace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dgm:style>
  </dgm:styleLbl>
  <dgm:styleLbl name="bgImgPlace1">
    <dgm:scene3d>
      <a:camera prst="orthographicFront"/>
      <a:lightRig rig="threePt" dir="t"/>
    </dgm:scene3d>
    <dgm:sp3d z="-211800" extrusionH="10600" prstMaterial="plastic">
      <a:bevelT w="101600" h="8600" prst="relaxedInset"/>
      <a:bevelB w="8600" h="8600" prst="relaxedInset"/>
    </dgm:sp3d>
    <dgm:txPr/>
    <dgm:style>
      <a:lnRef idx="0">
        <a:scrgbClr r="0" g="0" b="0"/>
      </a:lnRef>
      <a:fillRef idx="1">
        <a:scrgbClr r="0" g="0" b="0"/>
      </a:fillRef>
      <a:effectRef idx="1">
        <a:scrgbClr r="0" g="0" b="0"/>
      </a:effectRef>
      <a:fontRef idx="minor"/>
    </dgm:style>
  </dgm:styleLbl>
  <dgm:styleLbl name="sibTrans2D1">
    <dgm:scene3d>
      <a:camera prst="orthographicFront"/>
      <a:lightRig rig="threePt" dir="t"/>
    </dgm:scene3d>
    <dgm:sp3d z="-110000">
      <a:bevelT w="40600" h="20600" prst="relaxedInset"/>
    </dgm:sp3d>
    <dgm:txPr/>
    <dgm:style>
      <a:lnRef idx="0">
        <a:scrgbClr r="0" g="0" b="0"/>
      </a:lnRef>
      <a:fillRef idx="1">
        <a:scrgbClr r="0" g="0" b="0"/>
      </a:fillRef>
      <a:effectRef idx="2">
        <a:scrgbClr r="0" g="0" b="0"/>
      </a:effectRef>
      <a:fontRef idx="minor"/>
    </dgm:style>
  </dgm:styleLbl>
  <dgm:styleLbl name="fgSibTrans2D1">
    <dgm:scene3d>
      <a:camera prst="orthographicFront"/>
      <a:lightRig rig="threePt" dir="t"/>
    </dgm:scene3d>
    <dgm:sp3d z="10600">
      <a:bevelT w="40600" h="20600" prst="relaxedInset"/>
    </dgm:sp3d>
    <dgm:txPr/>
    <dgm:style>
      <a:lnRef idx="0">
        <a:scrgbClr r="0" g="0" b="0"/>
      </a:lnRef>
      <a:fillRef idx="1">
        <a:scrgbClr r="0" g="0" b="0"/>
      </a:fillRef>
      <a:effectRef idx="2">
        <a:scrgbClr r="0" g="0" b="0"/>
      </a:effectRef>
      <a:fontRef idx="minor"/>
    </dgm:style>
  </dgm:styleLbl>
  <dgm:styleLbl name="bgSibTrans2D1">
    <dgm:scene3d>
      <a:camera prst="orthographicFront"/>
      <a:lightRig rig="threePt" dir="t"/>
    </dgm:scene3d>
    <dgm:sp3d z="-211800">
      <a:bevelT w="40600" h="20600" prst="relaxedInset"/>
    </dgm:sp3d>
    <dgm:txPr/>
    <dgm:style>
      <a:lnRef idx="0">
        <a:scrgbClr r="0" g="0" b="0"/>
      </a:lnRef>
      <a:fillRef idx="1">
        <a:scrgbClr r="0" g="0" b="0"/>
      </a:fillRef>
      <a:effectRef idx="2">
        <a:scrgbClr r="0" g="0" b="0"/>
      </a:effectRef>
      <a:fontRef idx="minor"/>
    </dgm:style>
  </dgm:styleLbl>
  <dgm:styleLbl name="sibTrans1D1">
    <dgm:scene3d>
      <a:camera prst="orthographicFront"/>
      <a:lightRig rig="threePt" dir="t"/>
    </dgm:scene3d>
    <dgm:sp3d z="-110000"/>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0000"/>
    <dgm:txPr/>
    <dgm:style>
      <a:lnRef idx="1">
        <a:scrgbClr r="0" g="0" b="0"/>
      </a:lnRef>
      <a:fillRef idx="1">
        <a:scrgbClr r="0" g="0" b="0"/>
      </a:fillRef>
      <a:effectRef idx="0">
        <a:scrgbClr r="0" g="0" b="0"/>
      </a:effectRef>
      <a:fontRef idx="minor"/>
    </dgm:style>
  </dgm:styleLbl>
  <dgm:styleLbl name="asst0">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2">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3">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4">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parChTrans2D1">
    <dgm:scene3d>
      <a:camera prst="orthographicFront"/>
      <a:lightRig rig="threePt" dir="t"/>
    </dgm:scene3d>
    <dgm:sp3d z="-110000">
      <a:bevelT w="40600" h="20600" prst="relaxedInset"/>
    </dgm:sp3d>
    <dgm:txPr/>
    <dgm:style>
      <a:lnRef idx="0">
        <a:scrgbClr r="0" g="0" b="0"/>
      </a:lnRef>
      <a:fillRef idx="1">
        <a:scrgbClr r="0" g="0" b="0"/>
      </a:fillRef>
      <a:effectRef idx="0">
        <a:scrgbClr r="0" g="0" b="0"/>
      </a:effectRef>
      <a:fontRef idx="minor"/>
    </dgm:style>
  </dgm:styleLbl>
  <dgm:styleLbl name="parChTrans2D2">
    <dgm:scene3d>
      <a:camera prst="orthographicFront"/>
      <a:lightRig rig="threePt" dir="t"/>
    </dgm:scene3d>
    <dgm:sp3d z="-110000">
      <a:bevelT w="40600" h="20600" prst="relaxedInset"/>
    </dgm:sp3d>
    <dgm:txPr/>
    <dgm:style>
      <a:lnRef idx="0">
        <a:scrgbClr r="0" g="0" b="0"/>
      </a:lnRef>
      <a:fillRef idx="1">
        <a:scrgbClr r="0" g="0" b="0"/>
      </a:fillRef>
      <a:effectRef idx="0">
        <a:scrgbClr r="0" g="0" b="0"/>
      </a:effectRef>
      <a:fontRef idx="minor"/>
    </dgm:style>
  </dgm:styleLbl>
  <dgm:styleLbl name="parChTrans2D3">
    <dgm:scene3d>
      <a:camera prst="orthographicFront"/>
      <a:lightRig rig="threePt" dir="t"/>
    </dgm:scene3d>
    <dgm:sp3d z="-110000"/>
    <dgm:txPr/>
    <dgm:style>
      <a:lnRef idx="0">
        <a:scrgbClr r="0" g="0" b="0"/>
      </a:lnRef>
      <a:fillRef idx="1">
        <a:scrgbClr r="0" g="0" b="0"/>
      </a:fillRef>
      <a:effectRef idx="0">
        <a:scrgbClr r="0" g="0" b="0"/>
      </a:effectRef>
      <a:fontRef idx="minor"/>
    </dgm:style>
  </dgm:styleLbl>
  <dgm:styleLbl name="parChTrans2D4">
    <dgm:scene3d>
      <a:camera prst="orthographicFront"/>
      <a:lightRig rig="threePt" dir="t"/>
    </dgm:scene3d>
    <dgm:sp3d z="-110000"/>
    <dgm:txPr/>
    <dgm:style>
      <a:lnRef idx="0">
        <a:scrgbClr r="0" g="0" b="0"/>
      </a:lnRef>
      <a:fillRef idx="1">
        <a:scrgbClr r="0" g="0" b="0"/>
      </a:fillRef>
      <a:effectRef idx="0">
        <a:scrgbClr r="0" g="0" b="0"/>
      </a:effectRef>
      <a:fontRef idx="minor"/>
    </dgm:style>
  </dgm:styleLbl>
  <dgm:styleLbl name="parChTrans1D1">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z="-161800" extrusionH="10600" prstMaterial="matte">
      <a:bevelT w="90600" h="18600" prst="softRound"/>
      <a:bevelB w="48600" h="8600" prst="relaxedInset"/>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extrusionH="50600">
      <a:bevelT w="101600" h="80600"/>
      <a:bevelB w="80600" h="80600"/>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extrusionH="50600">
      <a:bevelT w="101600" h="80600"/>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z="-161800" extrusionH="10600" prstMaterial="matte">
      <a:bevelT w="90600" h="18600" prst="softRound"/>
      <a:bevelB w="48600" h="8600" prst="relaxedInset"/>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z="572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solidAlignAcc1">
    <dgm:scene3d>
      <a:camera prst="orthographicFront"/>
      <a:lightRig rig="threePt" dir="t"/>
    </dgm:scene3d>
    <dgm:sp3d extrusionH="50600" contourW="3000">
      <a:bevelT w="101600" h="80600" prst="relaxedInset"/>
      <a:bevelB w="80600" h="80600" prst="relaxedInset"/>
    </dgm:sp3d>
    <dgm:txPr/>
    <dgm:style>
      <a:lnRef idx="0">
        <a:scrgbClr r="0" g="0" b="0"/>
      </a:lnRef>
      <a:fillRef idx="1">
        <a:scrgbClr r="0" g="0" b="0"/>
      </a:fillRef>
      <a:effectRef idx="0">
        <a:scrgbClr r="0" g="0" b="0"/>
      </a:effectRef>
      <a:fontRef idx="minor"/>
    </dgm:style>
  </dgm:styleLbl>
  <dgm:styleLbl name="solidBgAcc1">
    <dgm:scene3d>
      <a:camera prst="orthographicFront"/>
      <a:lightRig rig="threePt" dir="t"/>
    </dgm:scene3d>
    <dgm:sp3d z="-161800" extrusionH="10600" contourW="3000">
      <a:bevelT w="48600" h="8600" prst="softRound"/>
      <a:bevelB w="48600" h="8600" prst="relaxedInset"/>
    </dgm:sp3d>
    <dgm:txPr/>
    <dgm:style>
      <a:lnRef idx="0">
        <a:scrgbClr r="0" g="0" b="0"/>
      </a:lnRef>
      <a:fillRef idx="1">
        <a:scrgbClr r="0" g="0" b="0"/>
      </a:fillRef>
      <a:effectRef idx="0">
        <a:scrgbClr r="0" g="0" b="0"/>
      </a:effectRef>
      <a:fontRef idx="minor"/>
    </dgm:style>
  </dgm:styleLbl>
  <dgm:styleLbl name="fgAccFollowNode1">
    <dgm:scene3d>
      <a:camera prst="orthographicFront"/>
      <a:lightRig rig="threePt" dir="t"/>
    </dgm:scene3d>
    <dgm:sp3d z="572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alignAccFollowNode1">
    <dgm:scene3d>
      <a:camera prst="orthographicFront"/>
      <a:lightRig rig="threePt" dir="t"/>
    </dgm:scene3d>
    <dgm:sp3d extrusionH="50600" contourW="3000">
      <a:bevelT w="101600" h="80600" prst="relaxedInset"/>
      <a:bevelB w="80600" h="80600" prst="relaxedInset"/>
    </dgm:sp3d>
    <dgm:txPr/>
    <dgm:style>
      <a:lnRef idx="0">
        <a:scrgbClr r="0" g="0" b="0"/>
      </a:lnRef>
      <a:fillRef idx="1">
        <a:scrgbClr r="0" g="0" b="0"/>
      </a:fillRef>
      <a:effectRef idx="0">
        <a:scrgbClr r="0" g="0" b="0"/>
      </a:effectRef>
      <a:fontRef idx="minor"/>
    </dgm:style>
  </dgm:styleLbl>
  <dgm:styleLbl name="bgAccFollowNode1">
    <dgm:scene3d>
      <a:camera prst="orthographicFront"/>
      <a:lightRig rig="threePt" dir="t"/>
    </dgm:scene3d>
    <dgm:sp3d z="-161800" extrusionH="10600" contourW="3000">
      <a:bevelT w="48600" h="8600" prst="relaxedInset"/>
      <a:bevelB w="48600" h="8600" prst="relaxedInset"/>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z="-1618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extrusionH="50600">
      <a:bevelT w="80600" h="80600" prst="relaxedInset"/>
      <a:bevelB w="80600" h="80600" prst="relaxedInset"/>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z="57200" extrusionH="600" contourW="3000" prstMaterial="plastic">
      <a:bevelT w="80600" h="18600" prst="relaxedInset"/>
      <a:bevelB w="80600" h="8600" prst="relaxedInset"/>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3d7">
  <dgm:title val=""/>
  <dgm:desc val=""/>
  <dgm:catLst>
    <dgm:cat type="3D" pri="11700"/>
  </dgm:catLst>
  <dgm:scene3d>
    <a:camera prst="perspectiveLeft" zoom="91000"/>
    <a:lightRig rig="threePt" dir="t">
      <a:rot lat="0" lon="0" rev="20640000"/>
    </a:lightRig>
  </dgm:scene3d>
  <dgm:styleLbl name="node0">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lnNode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vennNode1">
    <dgm:scene3d>
      <a:camera prst="orthographicFront"/>
      <a:lightRig rig="threePt" dir="t"/>
    </dgm:scene3d>
    <dgm:sp3d extrusionH="50600" prstMaterial="clear">
      <a:bevelT w="101600" h="80600" prst="relaxedInset"/>
      <a:bevelB w="80600" h="80600" prst="relaxedInset"/>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extrusionH="50600" prstMaterial="metal">
      <a:bevelT w="101600" h="80600" prst="relaxedInset"/>
      <a:bevelB w="80600" h="80600" prst="relaxedInset"/>
    </dgm:sp3d>
    <dgm:txPr/>
    <dgm:style>
      <a:lnRef idx="1">
        <a:scrgbClr r="0" g="0" b="0"/>
      </a:lnRef>
      <a:fillRef idx="1">
        <a:scrgbClr r="0" g="0" b="0"/>
      </a:fillRef>
      <a:effectRef idx="1">
        <a:scrgbClr r="0" g="0" b="0"/>
      </a:effectRef>
      <a:fontRef idx="minor">
        <a:schemeClr val="dk1"/>
      </a:fontRef>
    </dgm:style>
  </dgm:styleLbl>
  <dgm:styleLbl name="node1">
    <dgm:scene3d>
      <a:camera prst="orthographicFront"/>
      <a:lightRig rig="threePt" dir="t"/>
    </dgm:scene3d>
    <dgm:sp3d extrusionH="50600" prstMaterial="metal">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2">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3">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4">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fgImgPlace1">
    <dgm:scene3d>
      <a:camera prst="orthographicFront"/>
      <a:lightRig rig="threePt" dir="t"/>
    </dgm:scene3d>
    <dgm:sp3d z="57200" extrusionH="10600" prstMaterial="plastic">
      <a:bevelT w="101600" h="8600" prst="relaxedInset"/>
      <a:bevelB w="8600" h="8600" prst="relaxedInset"/>
    </dgm:sp3d>
    <dgm:txPr/>
    <dgm:style>
      <a:lnRef idx="0">
        <a:scrgbClr r="0" g="0" b="0"/>
      </a:lnRef>
      <a:fillRef idx="1">
        <a:scrgbClr r="0" g="0" b="0"/>
      </a:fillRef>
      <a:effectRef idx="1">
        <a:scrgbClr r="0" g="0" b="0"/>
      </a:effectRef>
      <a:fontRef idx="minor"/>
    </dgm:style>
  </dgm:styleLbl>
  <dgm:styleLbl name="alignImgPlace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dgm:style>
  </dgm:styleLbl>
  <dgm:styleLbl name="bgImgPlace1">
    <dgm:scene3d>
      <a:camera prst="orthographicFront"/>
      <a:lightRig rig="threePt" dir="t"/>
    </dgm:scene3d>
    <dgm:sp3d z="-211800" extrusionH="10600" prstMaterial="plastic">
      <a:bevelT w="101600" h="8600" prst="relaxedInset"/>
      <a:bevelB w="8600" h="8600" prst="relaxedInset"/>
    </dgm:sp3d>
    <dgm:txPr/>
    <dgm:style>
      <a:lnRef idx="0">
        <a:scrgbClr r="0" g="0" b="0"/>
      </a:lnRef>
      <a:fillRef idx="1">
        <a:scrgbClr r="0" g="0" b="0"/>
      </a:fillRef>
      <a:effectRef idx="1">
        <a:scrgbClr r="0" g="0" b="0"/>
      </a:effectRef>
      <a:fontRef idx="minor"/>
    </dgm:style>
  </dgm:styleLbl>
  <dgm:styleLbl name="sibTrans2D1">
    <dgm:scene3d>
      <a:camera prst="orthographicFront"/>
      <a:lightRig rig="threePt" dir="t"/>
    </dgm:scene3d>
    <dgm:sp3d z="-110000">
      <a:bevelT w="40600" h="20600" prst="relaxedInset"/>
    </dgm:sp3d>
    <dgm:txPr/>
    <dgm:style>
      <a:lnRef idx="0">
        <a:scrgbClr r="0" g="0" b="0"/>
      </a:lnRef>
      <a:fillRef idx="1">
        <a:scrgbClr r="0" g="0" b="0"/>
      </a:fillRef>
      <a:effectRef idx="2">
        <a:scrgbClr r="0" g="0" b="0"/>
      </a:effectRef>
      <a:fontRef idx="minor"/>
    </dgm:style>
  </dgm:styleLbl>
  <dgm:styleLbl name="fgSibTrans2D1">
    <dgm:scene3d>
      <a:camera prst="orthographicFront"/>
      <a:lightRig rig="threePt" dir="t"/>
    </dgm:scene3d>
    <dgm:sp3d z="10600">
      <a:bevelT w="40600" h="20600" prst="relaxedInset"/>
    </dgm:sp3d>
    <dgm:txPr/>
    <dgm:style>
      <a:lnRef idx="0">
        <a:scrgbClr r="0" g="0" b="0"/>
      </a:lnRef>
      <a:fillRef idx="1">
        <a:scrgbClr r="0" g="0" b="0"/>
      </a:fillRef>
      <a:effectRef idx="2">
        <a:scrgbClr r="0" g="0" b="0"/>
      </a:effectRef>
      <a:fontRef idx="minor"/>
    </dgm:style>
  </dgm:styleLbl>
  <dgm:styleLbl name="bgSibTrans2D1">
    <dgm:scene3d>
      <a:camera prst="orthographicFront"/>
      <a:lightRig rig="threePt" dir="t"/>
    </dgm:scene3d>
    <dgm:sp3d z="-211800">
      <a:bevelT w="40600" h="20600" prst="relaxedInset"/>
    </dgm:sp3d>
    <dgm:txPr/>
    <dgm:style>
      <a:lnRef idx="0">
        <a:scrgbClr r="0" g="0" b="0"/>
      </a:lnRef>
      <a:fillRef idx="1">
        <a:scrgbClr r="0" g="0" b="0"/>
      </a:fillRef>
      <a:effectRef idx="2">
        <a:scrgbClr r="0" g="0" b="0"/>
      </a:effectRef>
      <a:fontRef idx="minor"/>
    </dgm:style>
  </dgm:styleLbl>
  <dgm:styleLbl name="sibTrans1D1">
    <dgm:scene3d>
      <a:camera prst="orthographicFront"/>
      <a:lightRig rig="threePt" dir="t"/>
    </dgm:scene3d>
    <dgm:sp3d z="-110000"/>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0000"/>
    <dgm:txPr/>
    <dgm:style>
      <a:lnRef idx="1">
        <a:scrgbClr r="0" g="0" b="0"/>
      </a:lnRef>
      <a:fillRef idx="1">
        <a:scrgbClr r="0" g="0" b="0"/>
      </a:fillRef>
      <a:effectRef idx="0">
        <a:scrgbClr r="0" g="0" b="0"/>
      </a:effectRef>
      <a:fontRef idx="minor"/>
    </dgm:style>
  </dgm:styleLbl>
  <dgm:styleLbl name="asst0">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2">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3">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4">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parChTrans2D1">
    <dgm:scene3d>
      <a:camera prst="orthographicFront"/>
      <a:lightRig rig="threePt" dir="t"/>
    </dgm:scene3d>
    <dgm:sp3d z="-110000">
      <a:bevelT w="40600" h="20600" prst="relaxedInset"/>
    </dgm:sp3d>
    <dgm:txPr/>
    <dgm:style>
      <a:lnRef idx="0">
        <a:scrgbClr r="0" g="0" b="0"/>
      </a:lnRef>
      <a:fillRef idx="1">
        <a:scrgbClr r="0" g="0" b="0"/>
      </a:fillRef>
      <a:effectRef idx="0">
        <a:scrgbClr r="0" g="0" b="0"/>
      </a:effectRef>
      <a:fontRef idx="minor"/>
    </dgm:style>
  </dgm:styleLbl>
  <dgm:styleLbl name="parChTrans2D2">
    <dgm:scene3d>
      <a:camera prst="orthographicFront"/>
      <a:lightRig rig="threePt" dir="t"/>
    </dgm:scene3d>
    <dgm:sp3d z="-110000">
      <a:bevelT w="40600" h="20600" prst="relaxedInset"/>
    </dgm:sp3d>
    <dgm:txPr/>
    <dgm:style>
      <a:lnRef idx="0">
        <a:scrgbClr r="0" g="0" b="0"/>
      </a:lnRef>
      <a:fillRef idx="1">
        <a:scrgbClr r="0" g="0" b="0"/>
      </a:fillRef>
      <a:effectRef idx="0">
        <a:scrgbClr r="0" g="0" b="0"/>
      </a:effectRef>
      <a:fontRef idx="minor"/>
    </dgm:style>
  </dgm:styleLbl>
  <dgm:styleLbl name="parChTrans2D3">
    <dgm:scene3d>
      <a:camera prst="orthographicFront"/>
      <a:lightRig rig="threePt" dir="t"/>
    </dgm:scene3d>
    <dgm:sp3d z="-110000"/>
    <dgm:txPr/>
    <dgm:style>
      <a:lnRef idx="0">
        <a:scrgbClr r="0" g="0" b="0"/>
      </a:lnRef>
      <a:fillRef idx="1">
        <a:scrgbClr r="0" g="0" b="0"/>
      </a:fillRef>
      <a:effectRef idx="0">
        <a:scrgbClr r="0" g="0" b="0"/>
      </a:effectRef>
      <a:fontRef idx="minor"/>
    </dgm:style>
  </dgm:styleLbl>
  <dgm:styleLbl name="parChTrans2D4">
    <dgm:scene3d>
      <a:camera prst="orthographicFront"/>
      <a:lightRig rig="threePt" dir="t"/>
    </dgm:scene3d>
    <dgm:sp3d z="-110000"/>
    <dgm:txPr/>
    <dgm:style>
      <a:lnRef idx="0">
        <a:scrgbClr r="0" g="0" b="0"/>
      </a:lnRef>
      <a:fillRef idx="1">
        <a:scrgbClr r="0" g="0" b="0"/>
      </a:fillRef>
      <a:effectRef idx="0">
        <a:scrgbClr r="0" g="0" b="0"/>
      </a:effectRef>
      <a:fontRef idx="minor"/>
    </dgm:style>
  </dgm:styleLbl>
  <dgm:styleLbl name="parChTrans1D1">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z="-161800" extrusionH="10600" prstMaterial="matte">
      <a:bevelT w="90600" h="18600" prst="softRound"/>
      <a:bevelB w="48600" h="8600" prst="relaxedInset"/>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extrusionH="50600">
      <a:bevelT w="101600" h="80600"/>
      <a:bevelB w="80600" h="80600"/>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extrusionH="50600">
      <a:bevelT w="101600" h="80600"/>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z="-161800" extrusionH="10600" prstMaterial="matte">
      <a:bevelT w="90600" h="18600" prst="softRound"/>
      <a:bevelB w="48600" h="8600" prst="relaxedInset"/>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z="572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solidAlignAcc1">
    <dgm:scene3d>
      <a:camera prst="orthographicFront"/>
      <a:lightRig rig="threePt" dir="t"/>
    </dgm:scene3d>
    <dgm:sp3d extrusionH="50600" contourW="3000">
      <a:bevelT w="101600" h="80600" prst="relaxedInset"/>
      <a:bevelB w="80600" h="80600" prst="relaxedInset"/>
    </dgm:sp3d>
    <dgm:txPr/>
    <dgm:style>
      <a:lnRef idx="0">
        <a:scrgbClr r="0" g="0" b="0"/>
      </a:lnRef>
      <a:fillRef idx="1">
        <a:scrgbClr r="0" g="0" b="0"/>
      </a:fillRef>
      <a:effectRef idx="0">
        <a:scrgbClr r="0" g="0" b="0"/>
      </a:effectRef>
      <a:fontRef idx="minor"/>
    </dgm:style>
  </dgm:styleLbl>
  <dgm:styleLbl name="solidBgAcc1">
    <dgm:scene3d>
      <a:camera prst="orthographicFront"/>
      <a:lightRig rig="threePt" dir="t"/>
    </dgm:scene3d>
    <dgm:sp3d z="-161800" extrusionH="10600" contourW="3000">
      <a:bevelT w="48600" h="8600" prst="softRound"/>
      <a:bevelB w="48600" h="8600" prst="relaxedInset"/>
    </dgm:sp3d>
    <dgm:txPr/>
    <dgm:style>
      <a:lnRef idx="0">
        <a:scrgbClr r="0" g="0" b="0"/>
      </a:lnRef>
      <a:fillRef idx="1">
        <a:scrgbClr r="0" g="0" b="0"/>
      </a:fillRef>
      <a:effectRef idx="0">
        <a:scrgbClr r="0" g="0" b="0"/>
      </a:effectRef>
      <a:fontRef idx="minor"/>
    </dgm:style>
  </dgm:styleLbl>
  <dgm:styleLbl name="fgAccFollowNode1">
    <dgm:scene3d>
      <a:camera prst="orthographicFront"/>
      <a:lightRig rig="threePt" dir="t"/>
    </dgm:scene3d>
    <dgm:sp3d z="572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alignAccFollowNode1">
    <dgm:scene3d>
      <a:camera prst="orthographicFront"/>
      <a:lightRig rig="threePt" dir="t"/>
    </dgm:scene3d>
    <dgm:sp3d extrusionH="50600" contourW="3000">
      <a:bevelT w="101600" h="80600" prst="relaxedInset"/>
      <a:bevelB w="80600" h="80600" prst="relaxedInset"/>
    </dgm:sp3d>
    <dgm:txPr/>
    <dgm:style>
      <a:lnRef idx="0">
        <a:scrgbClr r="0" g="0" b="0"/>
      </a:lnRef>
      <a:fillRef idx="1">
        <a:scrgbClr r="0" g="0" b="0"/>
      </a:fillRef>
      <a:effectRef idx="0">
        <a:scrgbClr r="0" g="0" b="0"/>
      </a:effectRef>
      <a:fontRef idx="minor"/>
    </dgm:style>
  </dgm:styleLbl>
  <dgm:styleLbl name="bgAccFollowNode1">
    <dgm:scene3d>
      <a:camera prst="orthographicFront"/>
      <a:lightRig rig="threePt" dir="t"/>
    </dgm:scene3d>
    <dgm:sp3d z="-161800" extrusionH="10600" contourW="3000">
      <a:bevelT w="48600" h="8600" prst="relaxedInset"/>
      <a:bevelB w="48600" h="8600" prst="relaxedInset"/>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z="-1618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extrusionH="50600">
      <a:bevelT w="80600" h="80600" prst="relaxedInset"/>
      <a:bevelB w="80600" h="80600" prst="relaxedInset"/>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z="57200" extrusionH="600" contourW="3000" prstMaterial="plastic">
      <a:bevelT w="80600" h="18600" prst="relaxedInset"/>
      <a:bevelB w="80600" h="8600" prst="relaxedInset"/>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r">
              <a:defRPr sz="1200"/>
            </a:lvl1pPr>
          </a:lstStyle>
          <a:p>
            <a:endParaRPr lang="fa-I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l">
              <a:defRPr sz="1200"/>
            </a:lvl1pPr>
          </a:lstStyle>
          <a:p>
            <a:fld id="{406F8E51-699C-4577-B1B1-9280D0395C06}" type="datetimeFigureOut">
              <a:rPr lang="fa-IR" smtClean="0"/>
              <a:t>30/01/1448</a:t>
            </a:fld>
            <a:endParaRPr lang="fa-IR"/>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a-I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a-I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r">
              <a:defRPr sz="1200"/>
            </a:lvl1pPr>
          </a:lstStyle>
          <a:p>
            <a:endParaRPr lang="fa-I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l">
              <a:defRPr sz="1200"/>
            </a:lvl1pPr>
          </a:lstStyle>
          <a:p>
            <a:fld id="{67247542-298F-43FE-99D5-D1B6C2B3D5EC}" type="slidenum">
              <a:rPr lang="fa-IR" smtClean="0"/>
              <a:t>‹#›</a:t>
            </a:fld>
            <a:endParaRPr lang="fa-IR"/>
          </a:p>
        </p:txBody>
      </p:sp>
    </p:spTree>
    <p:extLst>
      <p:ext uri="{BB962C8B-B14F-4D97-AF65-F5344CB8AC3E}">
        <p14:creationId xmlns:p14="http://schemas.microsoft.com/office/powerpoint/2010/main" val="27869152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a-IR" dirty="0"/>
          </a:p>
        </p:txBody>
      </p:sp>
      <p:sp>
        <p:nvSpPr>
          <p:cNvPr id="4" name="Slide Number Placeholder 3"/>
          <p:cNvSpPr>
            <a:spLocks noGrp="1"/>
          </p:cNvSpPr>
          <p:nvPr>
            <p:ph type="sldNum" sz="quarter" idx="5"/>
          </p:nvPr>
        </p:nvSpPr>
        <p:spPr/>
        <p:txBody>
          <a:bodyPr/>
          <a:lstStyle/>
          <a:p>
            <a:fld id="{67247542-298F-43FE-99D5-D1B6C2B3D5EC}" type="slidenum">
              <a:rPr lang="fa-IR" smtClean="0"/>
              <a:t>1</a:t>
            </a:fld>
            <a:endParaRPr lang="fa-IR"/>
          </a:p>
        </p:txBody>
      </p:sp>
    </p:spTree>
    <p:extLst>
      <p:ext uri="{BB962C8B-B14F-4D97-AF65-F5344CB8AC3E}">
        <p14:creationId xmlns:p14="http://schemas.microsoft.com/office/powerpoint/2010/main" val="188984487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a-IR" dirty="0"/>
          </a:p>
        </p:txBody>
      </p:sp>
      <p:sp>
        <p:nvSpPr>
          <p:cNvPr id="4" name="Slide Number Placeholder 3"/>
          <p:cNvSpPr>
            <a:spLocks noGrp="1"/>
          </p:cNvSpPr>
          <p:nvPr>
            <p:ph type="sldNum" sz="quarter" idx="5"/>
          </p:nvPr>
        </p:nvSpPr>
        <p:spPr/>
        <p:txBody>
          <a:bodyPr/>
          <a:lstStyle/>
          <a:p>
            <a:fld id="{67247542-298F-43FE-99D5-D1B6C2B3D5EC}" type="slidenum">
              <a:rPr lang="fa-IR" smtClean="0"/>
              <a:t>18</a:t>
            </a:fld>
            <a:endParaRPr lang="fa-IR"/>
          </a:p>
        </p:txBody>
      </p:sp>
    </p:spTree>
    <p:extLst>
      <p:ext uri="{BB962C8B-B14F-4D97-AF65-F5344CB8AC3E}">
        <p14:creationId xmlns:p14="http://schemas.microsoft.com/office/powerpoint/2010/main" val="8939448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a-IR" dirty="0"/>
          </a:p>
        </p:txBody>
      </p:sp>
      <p:sp>
        <p:nvSpPr>
          <p:cNvPr id="4" name="Slide Number Placeholder 3"/>
          <p:cNvSpPr>
            <a:spLocks noGrp="1"/>
          </p:cNvSpPr>
          <p:nvPr>
            <p:ph type="sldNum" sz="quarter" idx="5"/>
          </p:nvPr>
        </p:nvSpPr>
        <p:spPr/>
        <p:txBody>
          <a:bodyPr/>
          <a:lstStyle/>
          <a:p>
            <a:fld id="{67247542-298F-43FE-99D5-D1B6C2B3D5EC}" type="slidenum">
              <a:rPr lang="fa-IR" smtClean="0"/>
              <a:t>19</a:t>
            </a:fld>
            <a:endParaRPr lang="fa-IR"/>
          </a:p>
        </p:txBody>
      </p:sp>
    </p:spTree>
    <p:extLst>
      <p:ext uri="{BB962C8B-B14F-4D97-AF65-F5344CB8AC3E}">
        <p14:creationId xmlns:p14="http://schemas.microsoft.com/office/powerpoint/2010/main" val="244881651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a-IR" dirty="0"/>
          </a:p>
        </p:txBody>
      </p:sp>
      <p:sp>
        <p:nvSpPr>
          <p:cNvPr id="4" name="Slide Number Placeholder 3"/>
          <p:cNvSpPr>
            <a:spLocks noGrp="1"/>
          </p:cNvSpPr>
          <p:nvPr>
            <p:ph type="sldNum" sz="quarter" idx="5"/>
          </p:nvPr>
        </p:nvSpPr>
        <p:spPr/>
        <p:txBody>
          <a:bodyPr/>
          <a:lstStyle/>
          <a:p>
            <a:fld id="{67247542-298F-43FE-99D5-D1B6C2B3D5EC}" type="slidenum">
              <a:rPr lang="fa-IR" smtClean="0"/>
              <a:t>20</a:t>
            </a:fld>
            <a:endParaRPr lang="fa-IR"/>
          </a:p>
        </p:txBody>
      </p:sp>
    </p:spTree>
    <p:extLst>
      <p:ext uri="{BB962C8B-B14F-4D97-AF65-F5344CB8AC3E}">
        <p14:creationId xmlns:p14="http://schemas.microsoft.com/office/powerpoint/2010/main" val="286774099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a-IR" dirty="0"/>
          </a:p>
        </p:txBody>
      </p:sp>
      <p:sp>
        <p:nvSpPr>
          <p:cNvPr id="4" name="Slide Number Placeholder 3"/>
          <p:cNvSpPr>
            <a:spLocks noGrp="1"/>
          </p:cNvSpPr>
          <p:nvPr>
            <p:ph type="sldNum" sz="quarter" idx="5"/>
          </p:nvPr>
        </p:nvSpPr>
        <p:spPr/>
        <p:txBody>
          <a:bodyPr/>
          <a:lstStyle/>
          <a:p>
            <a:fld id="{67247542-298F-43FE-99D5-D1B6C2B3D5EC}" type="slidenum">
              <a:rPr lang="fa-IR" smtClean="0"/>
              <a:t>21</a:t>
            </a:fld>
            <a:endParaRPr lang="fa-IR"/>
          </a:p>
        </p:txBody>
      </p:sp>
    </p:spTree>
    <p:extLst>
      <p:ext uri="{BB962C8B-B14F-4D97-AF65-F5344CB8AC3E}">
        <p14:creationId xmlns:p14="http://schemas.microsoft.com/office/powerpoint/2010/main" val="17768169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0C35EC-010A-4382-ADB1-BDFAD869433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fa-IR"/>
          </a:p>
        </p:txBody>
      </p:sp>
      <p:sp>
        <p:nvSpPr>
          <p:cNvPr id="3" name="Subtitle 2">
            <a:extLst>
              <a:ext uri="{FF2B5EF4-FFF2-40B4-BE49-F238E27FC236}">
                <a16:creationId xmlns:a16="http://schemas.microsoft.com/office/drawing/2014/main" id="{EC71E430-2AF1-4C3F-A8CC-2113E43B08A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fa-IR"/>
          </a:p>
        </p:txBody>
      </p:sp>
      <p:sp>
        <p:nvSpPr>
          <p:cNvPr id="4" name="Date Placeholder 3">
            <a:extLst>
              <a:ext uri="{FF2B5EF4-FFF2-40B4-BE49-F238E27FC236}">
                <a16:creationId xmlns:a16="http://schemas.microsoft.com/office/drawing/2014/main" id="{DE4E1846-CC10-4B2D-8152-D2BF26E867A1}"/>
              </a:ext>
            </a:extLst>
          </p:cNvPr>
          <p:cNvSpPr>
            <a:spLocks noGrp="1"/>
          </p:cNvSpPr>
          <p:nvPr>
            <p:ph type="dt" sz="half" idx="10"/>
          </p:nvPr>
        </p:nvSpPr>
        <p:spPr/>
        <p:txBody>
          <a:bodyPr/>
          <a:lstStyle/>
          <a:p>
            <a:fld id="{FFE497A2-E529-44D3-A08A-A5F20AD4D354}" type="datetimeFigureOut">
              <a:rPr lang="fa-IR" smtClean="0"/>
              <a:t>30/01/1448</a:t>
            </a:fld>
            <a:endParaRPr lang="fa-IR"/>
          </a:p>
        </p:txBody>
      </p:sp>
      <p:sp>
        <p:nvSpPr>
          <p:cNvPr id="5" name="Footer Placeholder 4">
            <a:extLst>
              <a:ext uri="{FF2B5EF4-FFF2-40B4-BE49-F238E27FC236}">
                <a16:creationId xmlns:a16="http://schemas.microsoft.com/office/drawing/2014/main" id="{0C360FF9-9038-429E-9E92-8550B1D1C2C1}"/>
              </a:ext>
            </a:extLst>
          </p:cNvPr>
          <p:cNvSpPr>
            <a:spLocks noGrp="1"/>
          </p:cNvSpPr>
          <p:nvPr>
            <p:ph type="ftr" sz="quarter" idx="11"/>
          </p:nvPr>
        </p:nvSpPr>
        <p:spPr/>
        <p:txBody>
          <a:bodyPr/>
          <a:lstStyle/>
          <a:p>
            <a:endParaRPr lang="fa-IR"/>
          </a:p>
        </p:txBody>
      </p:sp>
      <p:sp>
        <p:nvSpPr>
          <p:cNvPr id="6" name="Slide Number Placeholder 5">
            <a:extLst>
              <a:ext uri="{FF2B5EF4-FFF2-40B4-BE49-F238E27FC236}">
                <a16:creationId xmlns:a16="http://schemas.microsoft.com/office/drawing/2014/main" id="{CBD9EB0A-C225-4542-B0A9-595510878AF9}"/>
              </a:ext>
            </a:extLst>
          </p:cNvPr>
          <p:cNvSpPr>
            <a:spLocks noGrp="1"/>
          </p:cNvSpPr>
          <p:nvPr>
            <p:ph type="sldNum" sz="quarter" idx="12"/>
          </p:nvPr>
        </p:nvSpPr>
        <p:spPr/>
        <p:txBody>
          <a:bodyPr/>
          <a:lstStyle/>
          <a:p>
            <a:fld id="{341CE3E7-D5F5-4AD8-B470-53A1D4237D1D}" type="slidenum">
              <a:rPr lang="fa-IR" smtClean="0"/>
              <a:t>‹#›</a:t>
            </a:fld>
            <a:endParaRPr lang="fa-IR"/>
          </a:p>
        </p:txBody>
      </p:sp>
    </p:spTree>
    <p:extLst>
      <p:ext uri="{BB962C8B-B14F-4D97-AF65-F5344CB8AC3E}">
        <p14:creationId xmlns:p14="http://schemas.microsoft.com/office/powerpoint/2010/main" val="8393995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9EE45B-64C8-4196-B639-A8E74862D7CF}"/>
              </a:ext>
            </a:extLst>
          </p:cNvPr>
          <p:cNvSpPr>
            <a:spLocks noGrp="1"/>
          </p:cNvSpPr>
          <p:nvPr>
            <p:ph type="title"/>
          </p:nvPr>
        </p:nvSpPr>
        <p:spPr/>
        <p:txBody>
          <a:bodyPr/>
          <a:lstStyle/>
          <a:p>
            <a:r>
              <a:rPr lang="en-US"/>
              <a:t>Click to edit Master title style</a:t>
            </a:r>
            <a:endParaRPr lang="fa-IR"/>
          </a:p>
        </p:txBody>
      </p:sp>
      <p:sp>
        <p:nvSpPr>
          <p:cNvPr id="3" name="Content Placeholder 2">
            <a:extLst>
              <a:ext uri="{FF2B5EF4-FFF2-40B4-BE49-F238E27FC236}">
                <a16:creationId xmlns:a16="http://schemas.microsoft.com/office/drawing/2014/main" id="{0689F564-5EE5-4994-B3E1-B4E4F3A9178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a-IR"/>
          </a:p>
        </p:txBody>
      </p:sp>
      <p:sp>
        <p:nvSpPr>
          <p:cNvPr id="4" name="Date Placeholder 3">
            <a:extLst>
              <a:ext uri="{FF2B5EF4-FFF2-40B4-BE49-F238E27FC236}">
                <a16:creationId xmlns:a16="http://schemas.microsoft.com/office/drawing/2014/main" id="{99B8B38D-B0DA-4EDF-B89B-4279C072BCC6}"/>
              </a:ext>
            </a:extLst>
          </p:cNvPr>
          <p:cNvSpPr>
            <a:spLocks noGrp="1"/>
          </p:cNvSpPr>
          <p:nvPr>
            <p:ph type="dt" sz="half" idx="10"/>
          </p:nvPr>
        </p:nvSpPr>
        <p:spPr/>
        <p:txBody>
          <a:bodyPr/>
          <a:lstStyle/>
          <a:p>
            <a:fld id="{FFE497A2-E529-44D3-A08A-A5F20AD4D354}" type="datetimeFigureOut">
              <a:rPr lang="fa-IR" smtClean="0"/>
              <a:t>30/01/1448</a:t>
            </a:fld>
            <a:endParaRPr lang="fa-IR"/>
          </a:p>
        </p:txBody>
      </p:sp>
      <p:sp>
        <p:nvSpPr>
          <p:cNvPr id="5" name="Footer Placeholder 4">
            <a:extLst>
              <a:ext uri="{FF2B5EF4-FFF2-40B4-BE49-F238E27FC236}">
                <a16:creationId xmlns:a16="http://schemas.microsoft.com/office/drawing/2014/main" id="{2DD45C70-1AA6-4DF4-8E28-AEFD85855BD7}"/>
              </a:ext>
            </a:extLst>
          </p:cNvPr>
          <p:cNvSpPr>
            <a:spLocks noGrp="1"/>
          </p:cNvSpPr>
          <p:nvPr>
            <p:ph type="ftr" sz="quarter" idx="11"/>
          </p:nvPr>
        </p:nvSpPr>
        <p:spPr/>
        <p:txBody>
          <a:bodyPr/>
          <a:lstStyle/>
          <a:p>
            <a:endParaRPr lang="fa-IR"/>
          </a:p>
        </p:txBody>
      </p:sp>
      <p:sp>
        <p:nvSpPr>
          <p:cNvPr id="6" name="Slide Number Placeholder 5">
            <a:extLst>
              <a:ext uri="{FF2B5EF4-FFF2-40B4-BE49-F238E27FC236}">
                <a16:creationId xmlns:a16="http://schemas.microsoft.com/office/drawing/2014/main" id="{34B8C928-33F4-4D75-BF96-58E2479BED9E}"/>
              </a:ext>
            </a:extLst>
          </p:cNvPr>
          <p:cNvSpPr>
            <a:spLocks noGrp="1"/>
          </p:cNvSpPr>
          <p:nvPr>
            <p:ph type="sldNum" sz="quarter" idx="12"/>
          </p:nvPr>
        </p:nvSpPr>
        <p:spPr/>
        <p:txBody>
          <a:bodyPr/>
          <a:lstStyle/>
          <a:p>
            <a:fld id="{341CE3E7-D5F5-4AD8-B470-53A1D4237D1D}" type="slidenum">
              <a:rPr lang="fa-IR" smtClean="0"/>
              <a:t>‹#›</a:t>
            </a:fld>
            <a:endParaRPr lang="fa-IR"/>
          </a:p>
        </p:txBody>
      </p:sp>
    </p:spTree>
    <p:extLst>
      <p:ext uri="{BB962C8B-B14F-4D97-AF65-F5344CB8AC3E}">
        <p14:creationId xmlns:p14="http://schemas.microsoft.com/office/powerpoint/2010/main" val="39246656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0A09C5-A071-4083-A1E9-1116691DD3A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fa-IR"/>
          </a:p>
        </p:txBody>
      </p:sp>
      <p:sp>
        <p:nvSpPr>
          <p:cNvPr id="3" name="Text Placeholder 2">
            <a:extLst>
              <a:ext uri="{FF2B5EF4-FFF2-40B4-BE49-F238E27FC236}">
                <a16:creationId xmlns:a16="http://schemas.microsoft.com/office/drawing/2014/main" id="{A7E2360E-B0BF-4681-B3E0-A20DF9F4F20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724E5F9-13A6-40E4-B5B7-B67A026F0465}"/>
              </a:ext>
            </a:extLst>
          </p:cNvPr>
          <p:cNvSpPr>
            <a:spLocks noGrp="1"/>
          </p:cNvSpPr>
          <p:nvPr>
            <p:ph type="dt" sz="half" idx="10"/>
          </p:nvPr>
        </p:nvSpPr>
        <p:spPr/>
        <p:txBody>
          <a:bodyPr/>
          <a:lstStyle/>
          <a:p>
            <a:fld id="{FFE497A2-E529-44D3-A08A-A5F20AD4D354}" type="datetimeFigureOut">
              <a:rPr lang="fa-IR" smtClean="0"/>
              <a:t>30/01/1448</a:t>
            </a:fld>
            <a:endParaRPr lang="fa-IR"/>
          </a:p>
        </p:txBody>
      </p:sp>
      <p:sp>
        <p:nvSpPr>
          <p:cNvPr id="5" name="Footer Placeholder 4">
            <a:extLst>
              <a:ext uri="{FF2B5EF4-FFF2-40B4-BE49-F238E27FC236}">
                <a16:creationId xmlns:a16="http://schemas.microsoft.com/office/drawing/2014/main" id="{FCF1A690-9541-4EEF-BD95-A93DBC81468D}"/>
              </a:ext>
            </a:extLst>
          </p:cNvPr>
          <p:cNvSpPr>
            <a:spLocks noGrp="1"/>
          </p:cNvSpPr>
          <p:nvPr>
            <p:ph type="ftr" sz="quarter" idx="11"/>
          </p:nvPr>
        </p:nvSpPr>
        <p:spPr/>
        <p:txBody>
          <a:bodyPr/>
          <a:lstStyle/>
          <a:p>
            <a:endParaRPr lang="fa-IR"/>
          </a:p>
        </p:txBody>
      </p:sp>
      <p:sp>
        <p:nvSpPr>
          <p:cNvPr id="6" name="Slide Number Placeholder 5">
            <a:extLst>
              <a:ext uri="{FF2B5EF4-FFF2-40B4-BE49-F238E27FC236}">
                <a16:creationId xmlns:a16="http://schemas.microsoft.com/office/drawing/2014/main" id="{E14498FB-827F-4E11-B472-3BC418164775}"/>
              </a:ext>
            </a:extLst>
          </p:cNvPr>
          <p:cNvSpPr>
            <a:spLocks noGrp="1"/>
          </p:cNvSpPr>
          <p:nvPr>
            <p:ph type="sldNum" sz="quarter" idx="12"/>
          </p:nvPr>
        </p:nvSpPr>
        <p:spPr/>
        <p:txBody>
          <a:bodyPr/>
          <a:lstStyle/>
          <a:p>
            <a:fld id="{341CE3E7-D5F5-4AD8-B470-53A1D4237D1D}" type="slidenum">
              <a:rPr lang="fa-IR" smtClean="0"/>
              <a:t>‹#›</a:t>
            </a:fld>
            <a:endParaRPr lang="fa-IR"/>
          </a:p>
        </p:txBody>
      </p:sp>
    </p:spTree>
    <p:extLst>
      <p:ext uri="{BB962C8B-B14F-4D97-AF65-F5344CB8AC3E}">
        <p14:creationId xmlns:p14="http://schemas.microsoft.com/office/powerpoint/2010/main" val="18768468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ED75CE-61E5-47A0-BE60-DD7DFE3F27FD}"/>
              </a:ext>
            </a:extLst>
          </p:cNvPr>
          <p:cNvSpPr>
            <a:spLocks noGrp="1"/>
          </p:cNvSpPr>
          <p:nvPr>
            <p:ph type="title"/>
          </p:nvPr>
        </p:nvSpPr>
        <p:spPr/>
        <p:txBody>
          <a:bodyPr/>
          <a:lstStyle/>
          <a:p>
            <a:r>
              <a:rPr lang="en-US"/>
              <a:t>Click to edit Master title style</a:t>
            </a:r>
            <a:endParaRPr lang="fa-IR"/>
          </a:p>
        </p:txBody>
      </p:sp>
      <p:sp>
        <p:nvSpPr>
          <p:cNvPr id="3" name="Content Placeholder 2">
            <a:extLst>
              <a:ext uri="{FF2B5EF4-FFF2-40B4-BE49-F238E27FC236}">
                <a16:creationId xmlns:a16="http://schemas.microsoft.com/office/drawing/2014/main" id="{F5F6B45E-8453-48C4-945D-33362C858CB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a-IR"/>
          </a:p>
        </p:txBody>
      </p:sp>
      <p:sp>
        <p:nvSpPr>
          <p:cNvPr id="4" name="Content Placeholder 3">
            <a:extLst>
              <a:ext uri="{FF2B5EF4-FFF2-40B4-BE49-F238E27FC236}">
                <a16:creationId xmlns:a16="http://schemas.microsoft.com/office/drawing/2014/main" id="{1BAA5DE1-94EC-4810-B24A-E4A194C0F62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a-IR"/>
          </a:p>
        </p:txBody>
      </p:sp>
      <p:sp>
        <p:nvSpPr>
          <p:cNvPr id="5" name="Date Placeholder 4">
            <a:extLst>
              <a:ext uri="{FF2B5EF4-FFF2-40B4-BE49-F238E27FC236}">
                <a16:creationId xmlns:a16="http://schemas.microsoft.com/office/drawing/2014/main" id="{01A69DCD-350A-4892-AF2C-470D5A8E8C75}"/>
              </a:ext>
            </a:extLst>
          </p:cNvPr>
          <p:cNvSpPr>
            <a:spLocks noGrp="1"/>
          </p:cNvSpPr>
          <p:nvPr>
            <p:ph type="dt" sz="half" idx="10"/>
          </p:nvPr>
        </p:nvSpPr>
        <p:spPr/>
        <p:txBody>
          <a:bodyPr/>
          <a:lstStyle/>
          <a:p>
            <a:fld id="{FFE497A2-E529-44D3-A08A-A5F20AD4D354}" type="datetimeFigureOut">
              <a:rPr lang="fa-IR" smtClean="0"/>
              <a:t>30/01/1448</a:t>
            </a:fld>
            <a:endParaRPr lang="fa-IR"/>
          </a:p>
        </p:txBody>
      </p:sp>
      <p:sp>
        <p:nvSpPr>
          <p:cNvPr id="6" name="Footer Placeholder 5">
            <a:extLst>
              <a:ext uri="{FF2B5EF4-FFF2-40B4-BE49-F238E27FC236}">
                <a16:creationId xmlns:a16="http://schemas.microsoft.com/office/drawing/2014/main" id="{E0F68BC9-9D3D-4B39-81D9-B681BA450CA8}"/>
              </a:ext>
            </a:extLst>
          </p:cNvPr>
          <p:cNvSpPr>
            <a:spLocks noGrp="1"/>
          </p:cNvSpPr>
          <p:nvPr>
            <p:ph type="ftr" sz="quarter" idx="11"/>
          </p:nvPr>
        </p:nvSpPr>
        <p:spPr/>
        <p:txBody>
          <a:bodyPr/>
          <a:lstStyle/>
          <a:p>
            <a:endParaRPr lang="fa-IR"/>
          </a:p>
        </p:txBody>
      </p:sp>
      <p:sp>
        <p:nvSpPr>
          <p:cNvPr id="7" name="Slide Number Placeholder 6">
            <a:extLst>
              <a:ext uri="{FF2B5EF4-FFF2-40B4-BE49-F238E27FC236}">
                <a16:creationId xmlns:a16="http://schemas.microsoft.com/office/drawing/2014/main" id="{986CE2E4-6FC5-4192-83D0-5992AE0B8443}"/>
              </a:ext>
            </a:extLst>
          </p:cNvPr>
          <p:cNvSpPr>
            <a:spLocks noGrp="1"/>
          </p:cNvSpPr>
          <p:nvPr>
            <p:ph type="sldNum" sz="quarter" idx="12"/>
          </p:nvPr>
        </p:nvSpPr>
        <p:spPr/>
        <p:txBody>
          <a:bodyPr/>
          <a:lstStyle/>
          <a:p>
            <a:fld id="{341CE3E7-D5F5-4AD8-B470-53A1D4237D1D}" type="slidenum">
              <a:rPr lang="fa-IR" smtClean="0"/>
              <a:t>‹#›</a:t>
            </a:fld>
            <a:endParaRPr lang="fa-IR"/>
          </a:p>
        </p:txBody>
      </p:sp>
    </p:spTree>
    <p:extLst>
      <p:ext uri="{BB962C8B-B14F-4D97-AF65-F5344CB8AC3E}">
        <p14:creationId xmlns:p14="http://schemas.microsoft.com/office/powerpoint/2010/main" val="13942819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3C95D4-C590-4F27-ACC1-775E9C4968D7}"/>
              </a:ext>
            </a:extLst>
          </p:cNvPr>
          <p:cNvSpPr>
            <a:spLocks noGrp="1"/>
          </p:cNvSpPr>
          <p:nvPr>
            <p:ph type="title"/>
          </p:nvPr>
        </p:nvSpPr>
        <p:spPr>
          <a:xfrm>
            <a:off x="839788" y="365125"/>
            <a:ext cx="10515600" cy="1325563"/>
          </a:xfrm>
        </p:spPr>
        <p:txBody>
          <a:bodyPr/>
          <a:lstStyle/>
          <a:p>
            <a:r>
              <a:rPr lang="en-US"/>
              <a:t>Click to edit Master title style</a:t>
            </a:r>
            <a:endParaRPr lang="fa-IR"/>
          </a:p>
        </p:txBody>
      </p:sp>
      <p:sp>
        <p:nvSpPr>
          <p:cNvPr id="3" name="Text Placeholder 2">
            <a:extLst>
              <a:ext uri="{FF2B5EF4-FFF2-40B4-BE49-F238E27FC236}">
                <a16:creationId xmlns:a16="http://schemas.microsoft.com/office/drawing/2014/main" id="{5214B645-FE65-4E73-88FC-D95E4E990D9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4CDFCF5-DC95-4F47-83B3-15E50B2D718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a-IR"/>
          </a:p>
        </p:txBody>
      </p:sp>
      <p:sp>
        <p:nvSpPr>
          <p:cNvPr id="5" name="Text Placeholder 4">
            <a:extLst>
              <a:ext uri="{FF2B5EF4-FFF2-40B4-BE49-F238E27FC236}">
                <a16:creationId xmlns:a16="http://schemas.microsoft.com/office/drawing/2014/main" id="{CF322D4C-1A5E-472F-8C4E-F1186411F78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17EC344-7DF3-4FC2-AC72-205BC9BB02B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a-IR"/>
          </a:p>
        </p:txBody>
      </p:sp>
      <p:sp>
        <p:nvSpPr>
          <p:cNvPr id="7" name="Date Placeholder 6">
            <a:extLst>
              <a:ext uri="{FF2B5EF4-FFF2-40B4-BE49-F238E27FC236}">
                <a16:creationId xmlns:a16="http://schemas.microsoft.com/office/drawing/2014/main" id="{759358ED-0D0E-44E0-9C34-A59C3A3030FD}"/>
              </a:ext>
            </a:extLst>
          </p:cNvPr>
          <p:cNvSpPr>
            <a:spLocks noGrp="1"/>
          </p:cNvSpPr>
          <p:nvPr>
            <p:ph type="dt" sz="half" idx="10"/>
          </p:nvPr>
        </p:nvSpPr>
        <p:spPr/>
        <p:txBody>
          <a:bodyPr/>
          <a:lstStyle/>
          <a:p>
            <a:fld id="{FFE497A2-E529-44D3-A08A-A5F20AD4D354}" type="datetimeFigureOut">
              <a:rPr lang="fa-IR" smtClean="0"/>
              <a:t>30/01/1448</a:t>
            </a:fld>
            <a:endParaRPr lang="fa-IR"/>
          </a:p>
        </p:txBody>
      </p:sp>
      <p:sp>
        <p:nvSpPr>
          <p:cNvPr id="8" name="Footer Placeholder 7">
            <a:extLst>
              <a:ext uri="{FF2B5EF4-FFF2-40B4-BE49-F238E27FC236}">
                <a16:creationId xmlns:a16="http://schemas.microsoft.com/office/drawing/2014/main" id="{D5A716CC-EB4A-491F-A38E-FBBD79310A34}"/>
              </a:ext>
            </a:extLst>
          </p:cNvPr>
          <p:cNvSpPr>
            <a:spLocks noGrp="1"/>
          </p:cNvSpPr>
          <p:nvPr>
            <p:ph type="ftr" sz="quarter" idx="11"/>
          </p:nvPr>
        </p:nvSpPr>
        <p:spPr/>
        <p:txBody>
          <a:bodyPr/>
          <a:lstStyle/>
          <a:p>
            <a:endParaRPr lang="fa-IR"/>
          </a:p>
        </p:txBody>
      </p:sp>
      <p:sp>
        <p:nvSpPr>
          <p:cNvPr id="9" name="Slide Number Placeholder 8">
            <a:extLst>
              <a:ext uri="{FF2B5EF4-FFF2-40B4-BE49-F238E27FC236}">
                <a16:creationId xmlns:a16="http://schemas.microsoft.com/office/drawing/2014/main" id="{A1624D90-EF7A-41C1-9ED3-E74592FB2152}"/>
              </a:ext>
            </a:extLst>
          </p:cNvPr>
          <p:cNvSpPr>
            <a:spLocks noGrp="1"/>
          </p:cNvSpPr>
          <p:nvPr>
            <p:ph type="sldNum" sz="quarter" idx="12"/>
          </p:nvPr>
        </p:nvSpPr>
        <p:spPr/>
        <p:txBody>
          <a:bodyPr/>
          <a:lstStyle/>
          <a:p>
            <a:fld id="{341CE3E7-D5F5-4AD8-B470-53A1D4237D1D}" type="slidenum">
              <a:rPr lang="fa-IR" smtClean="0"/>
              <a:t>‹#›</a:t>
            </a:fld>
            <a:endParaRPr lang="fa-IR"/>
          </a:p>
        </p:txBody>
      </p:sp>
    </p:spTree>
    <p:extLst>
      <p:ext uri="{BB962C8B-B14F-4D97-AF65-F5344CB8AC3E}">
        <p14:creationId xmlns:p14="http://schemas.microsoft.com/office/powerpoint/2010/main" val="34716042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25B961-5978-40D8-9083-DCF0BE0C11D1}"/>
              </a:ext>
            </a:extLst>
          </p:cNvPr>
          <p:cNvSpPr>
            <a:spLocks noGrp="1"/>
          </p:cNvSpPr>
          <p:nvPr>
            <p:ph type="title"/>
          </p:nvPr>
        </p:nvSpPr>
        <p:spPr/>
        <p:txBody>
          <a:bodyPr/>
          <a:lstStyle/>
          <a:p>
            <a:r>
              <a:rPr lang="en-US"/>
              <a:t>Click to edit Master title style</a:t>
            </a:r>
            <a:endParaRPr lang="fa-IR"/>
          </a:p>
        </p:txBody>
      </p:sp>
      <p:sp>
        <p:nvSpPr>
          <p:cNvPr id="3" name="Date Placeholder 2">
            <a:extLst>
              <a:ext uri="{FF2B5EF4-FFF2-40B4-BE49-F238E27FC236}">
                <a16:creationId xmlns:a16="http://schemas.microsoft.com/office/drawing/2014/main" id="{090D9631-1A25-4E0A-90C7-43E77A89012F}"/>
              </a:ext>
            </a:extLst>
          </p:cNvPr>
          <p:cNvSpPr>
            <a:spLocks noGrp="1"/>
          </p:cNvSpPr>
          <p:nvPr>
            <p:ph type="dt" sz="half" idx="10"/>
          </p:nvPr>
        </p:nvSpPr>
        <p:spPr/>
        <p:txBody>
          <a:bodyPr/>
          <a:lstStyle/>
          <a:p>
            <a:fld id="{FFE497A2-E529-44D3-A08A-A5F20AD4D354}" type="datetimeFigureOut">
              <a:rPr lang="fa-IR" smtClean="0"/>
              <a:t>30/01/1448</a:t>
            </a:fld>
            <a:endParaRPr lang="fa-IR"/>
          </a:p>
        </p:txBody>
      </p:sp>
      <p:sp>
        <p:nvSpPr>
          <p:cNvPr id="4" name="Footer Placeholder 3">
            <a:extLst>
              <a:ext uri="{FF2B5EF4-FFF2-40B4-BE49-F238E27FC236}">
                <a16:creationId xmlns:a16="http://schemas.microsoft.com/office/drawing/2014/main" id="{123517DD-22A9-4EDF-AB96-9C4075549092}"/>
              </a:ext>
            </a:extLst>
          </p:cNvPr>
          <p:cNvSpPr>
            <a:spLocks noGrp="1"/>
          </p:cNvSpPr>
          <p:nvPr>
            <p:ph type="ftr" sz="quarter" idx="11"/>
          </p:nvPr>
        </p:nvSpPr>
        <p:spPr/>
        <p:txBody>
          <a:bodyPr/>
          <a:lstStyle/>
          <a:p>
            <a:endParaRPr lang="fa-IR"/>
          </a:p>
        </p:txBody>
      </p:sp>
      <p:sp>
        <p:nvSpPr>
          <p:cNvPr id="5" name="Slide Number Placeholder 4">
            <a:extLst>
              <a:ext uri="{FF2B5EF4-FFF2-40B4-BE49-F238E27FC236}">
                <a16:creationId xmlns:a16="http://schemas.microsoft.com/office/drawing/2014/main" id="{D7C0613C-1F54-4B53-A926-1D001A87F699}"/>
              </a:ext>
            </a:extLst>
          </p:cNvPr>
          <p:cNvSpPr>
            <a:spLocks noGrp="1"/>
          </p:cNvSpPr>
          <p:nvPr>
            <p:ph type="sldNum" sz="quarter" idx="12"/>
          </p:nvPr>
        </p:nvSpPr>
        <p:spPr/>
        <p:txBody>
          <a:bodyPr/>
          <a:lstStyle/>
          <a:p>
            <a:fld id="{341CE3E7-D5F5-4AD8-B470-53A1D4237D1D}" type="slidenum">
              <a:rPr lang="fa-IR" smtClean="0"/>
              <a:t>‹#›</a:t>
            </a:fld>
            <a:endParaRPr lang="fa-IR"/>
          </a:p>
        </p:txBody>
      </p:sp>
    </p:spTree>
    <p:extLst>
      <p:ext uri="{BB962C8B-B14F-4D97-AF65-F5344CB8AC3E}">
        <p14:creationId xmlns:p14="http://schemas.microsoft.com/office/powerpoint/2010/main" val="27102168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C5027E2-1B64-4316-B51C-160684B7D4C0}"/>
              </a:ext>
            </a:extLst>
          </p:cNvPr>
          <p:cNvSpPr>
            <a:spLocks noGrp="1"/>
          </p:cNvSpPr>
          <p:nvPr>
            <p:ph type="dt" sz="half" idx="10"/>
          </p:nvPr>
        </p:nvSpPr>
        <p:spPr/>
        <p:txBody>
          <a:bodyPr/>
          <a:lstStyle/>
          <a:p>
            <a:fld id="{FFE497A2-E529-44D3-A08A-A5F20AD4D354}" type="datetimeFigureOut">
              <a:rPr lang="fa-IR" smtClean="0"/>
              <a:t>30/01/1448</a:t>
            </a:fld>
            <a:endParaRPr lang="fa-IR"/>
          </a:p>
        </p:txBody>
      </p:sp>
      <p:sp>
        <p:nvSpPr>
          <p:cNvPr id="3" name="Footer Placeholder 2">
            <a:extLst>
              <a:ext uri="{FF2B5EF4-FFF2-40B4-BE49-F238E27FC236}">
                <a16:creationId xmlns:a16="http://schemas.microsoft.com/office/drawing/2014/main" id="{91995986-EBAC-455B-B9D2-064A3F460A72}"/>
              </a:ext>
            </a:extLst>
          </p:cNvPr>
          <p:cNvSpPr>
            <a:spLocks noGrp="1"/>
          </p:cNvSpPr>
          <p:nvPr>
            <p:ph type="ftr" sz="quarter" idx="11"/>
          </p:nvPr>
        </p:nvSpPr>
        <p:spPr/>
        <p:txBody>
          <a:bodyPr/>
          <a:lstStyle/>
          <a:p>
            <a:endParaRPr lang="fa-IR"/>
          </a:p>
        </p:txBody>
      </p:sp>
      <p:sp>
        <p:nvSpPr>
          <p:cNvPr id="4" name="Slide Number Placeholder 3">
            <a:extLst>
              <a:ext uri="{FF2B5EF4-FFF2-40B4-BE49-F238E27FC236}">
                <a16:creationId xmlns:a16="http://schemas.microsoft.com/office/drawing/2014/main" id="{31E4E63F-0BBE-4F9F-88FB-1B9FCC412515}"/>
              </a:ext>
            </a:extLst>
          </p:cNvPr>
          <p:cNvSpPr>
            <a:spLocks noGrp="1"/>
          </p:cNvSpPr>
          <p:nvPr>
            <p:ph type="sldNum" sz="quarter" idx="12"/>
          </p:nvPr>
        </p:nvSpPr>
        <p:spPr/>
        <p:txBody>
          <a:bodyPr/>
          <a:lstStyle/>
          <a:p>
            <a:fld id="{341CE3E7-D5F5-4AD8-B470-53A1D4237D1D}" type="slidenum">
              <a:rPr lang="fa-IR" smtClean="0"/>
              <a:t>‹#›</a:t>
            </a:fld>
            <a:endParaRPr lang="fa-IR"/>
          </a:p>
        </p:txBody>
      </p:sp>
    </p:spTree>
    <p:extLst>
      <p:ext uri="{BB962C8B-B14F-4D97-AF65-F5344CB8AC3E}">
        <p14:creationId xmlns:p14="http://schemas.microsoft.com/office/powerpoint/2010/main" val="6804509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D63272-CA27-416F-9C86-AF1055AFBA6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fa-IR"/>
          </a:p>
        </p:txBody>
      </p:sp>
      <p:sp>
        <p:nvSpPr>
          <p:cNvPr id="3" name="Content Placeholder 2">
            <a:extLst>
              <a:ext uri="{FF2B5EF4-FFF2-40B4-BE49-F238E27FC236}">
                <a16:creationId xmlns:a16="http://schemas.microsoft.com/office/drawing/2014/main" id="{94C06CE4-A4A8-458E-B50F-D976D104D8A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a-IR"/>
          </a:p>
        </p:txBody>
      </p:sp>
      <p:sp>
        <p:nvSpPr>
          <p:cNvPr id="4" name="Text Placeholder 3">
            <a:extLst>
              <a:ext uri="{FF2B5EF4-FFF2-40B4-BE49-F238E27FC236}">
                <a16:creationId xmlns:a16="http://schemas.microsoft.com/office/drawing/2014/main" id="{FF90B32B-BE79-49A1-B678-CD91466EEEF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402885A-D4DE-486F-BB1F-C1D510B310FD}"/>
              </a:ext>
            </a:extLst>
          </p:cNvPr>
          <p:cNvSpPr>
            <a:spLocks noGrp="1"/>
          </p:cNvSpPr>
          <p:nvPr>
            <p:ph type="dt" sz="half" idx="10"/>
          </p:nvPr>
        </p:nvSpPr>
        <p:spPr/>
        <p:txBody>
          <a:bodyPr/>
          <a:lstStyle/>
          <a:p>
            <a:fld id="{FFE497A2-E529-44D3-A08A-A5F20AD4D354}" type="datetimeFigureOut">
              <a:rPr lang="fa-IR" smtClean="0"/>
              <a:t>30/01/1448</a:t>
            </a:fld>
            <a:endParaRPr lang="fa-IR"/>
          </a:p>
        </p:txBody>
      </p:sp>
      <p:sp>
        <p:nvSpPr>
          <p:cNvPr id="6" name="Footer Placeholder 5">
            <a:extLst>
              <a:ext uri="{FF2B5EF4-FFF2-40B4-BE49-F238E27FC236}">
                <a16:creationId xmlns:a16="http://schemas.microsoft.com/office/drawing/2014/main" id="{C12C2DC5-1F3F-46EC-B71D-01E0A3AEDE8F}"/>
              </a:ext>
            </a:extLst>
          </p:cNvPr>
          <p:cNvSpPr>
            <a:spLocks noGrp="1"/>
          </p:cNvSpPr>
          <p:nvPr>
            <p:ph type="ftr" sz="quarter" idx="11"/>
          </p:nvPr>
        </p:nvSpPr>
        <p:spPr/>
        <p:txBody>
          <a:bodyPr/>
          <a:lstStyle/>
          <a:p>
            <a:endParaRPr lang="fa-IR"/>
          </a:p>
        </p:txBody>
      </p:sp>
      <p:sp>
        <p:nvSpPr>
          <p:cNvPr id="7" name="Slide Number Placeholder 6">
            <a:extLst>
              <a:ext uri="{FF2B5EF4-FFF2-40B4-BE49-F238E27FC236}">
                <a16:creationId xmlns:a16="http://schemas.microsoft.com/office/drawing/2014/main" id="{FE07DB64-199E-4B6B-A99D-B128338AC58B}"/>
              </a:ext>
            </a:extLst>
          </p:cNvPr>
          <p:cNvSpPr>
            <a:spLocks noGrp="1"/>
          </p:cNvSpPr>
          <p:nvPr>
            <p:ph type="sldNum" sz="quarter" idx="12"/>
          </p:nvPr>
        </p:nvSpPr>
        <p:spPr/>
        <p:txBody>
          <a:bodyPr/>
          <a:lstStyle/>
          <a:p>
            <a:fld id="{341CE3E7-D5F5-4AD8-B470-53A1D4237D1D}" type="slidenum">
              <a:rPr lang="fa-IR" smtClean="0"/>
              <a:t>‹#›</a:t>
            </a:fld>
            <a:endParaRPr lang="fa-IR"/>
          </a:p>
        </p:txBody>
      </p:sp>
    </p:spTree>
    <p:extLst>
      <p:ext uri="{BB962C8B-B14F-4D97-AF65-F5344CB8AC3E}">
        <p14:creationId xmlns:p14="http://schemas.microsoft.com/office/powerpoint/2010/main" val="17007792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1FEF14-F0B4-4D1A-BE2B-610231F5489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fa-IR"/>
          </a:p>
        </p:txBody>
      </p:sp>
      <p:sp>
        <p:nvSpPr>
          <p:cNvPr id="3" name="Picture Placeholder 2">
            <a:extLst>
              <a:ext uri="{FF2B5EF4-FFF2-40B4-BE49-F238E27FC236}">
                <a16:creationId xmlns:a16="http://schemas.microsoft.com/office/drawing/2014/main" id="{5270B3D7-4307-46AA-A726-5527824591A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a-IR"/>
          </a:p>
        </p:txBody>
      </p:sp>
      <p:sp>
        <p:nvSpPr>
          <p:cNvPr id="4" name="Text Placeholder 3">
            <a:extLst>
              <a:ext uri="{FF2B5EF4-FFF2-40B4-BE49-F238E27FC236}">
                <a16:creationId xmlns:a16="http://schemas.microsoft.com/office/drawing/2014/main" id="{D72F14E7-835B-4AA2-92AC-F39E364C4C3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CA17282-5DD2-443C-ABE0-FA7942CE1011}"/>
              </a:ext>
            </a:extLst>
          </p:cNvPr>
          <p:cNvSpPr>
            <a:spLocks noGrp="1"/>
          </p:cNvSpPr>
          <p:nvPr>
            <p:ph type="dt" sz="half" idx="10"/>
          </p:nvPr>
        </p:nvSpPr>
        <p:spPr/>
        <p:txBody>
          <a:bodyPr/>
          <a:lstStyle/>
          <a:p>
            <a:fld id="{FFE497A2-E529-44D3-A08A-A5F20AD4D354}" type="datetimeFigureOut">
              <a:rPr lang="fa-IR" smtClean="0"/>
              <a:t>30/01/1448</a:t>
            </a:fld>
            <a:endParaRPr lang="fa-IR"/>
          </a:p>
        </p:txBody>
      </p:sp>
      <p:sp>
        <p:nvSpPr>
          <p:cNvPr id="6" name="Footer Placeholder 5">
            <a:extLst>
              <a:ext uri="{FF2B5EF4-FFF2-40B4-BE49-F238E27FC236}">
                <a16:creationId xmlns:a16="http://schemas.microsoft.com/office/drawing/2014/main" id="{3B9BB8DA-128E-4BB0-A3EA-85786F5FA673}"/>
              </a:ext>
            </a:extLst>
          </p:cNvPr>
          <p:cNvSpPr>
            <a:spLocks noGrp="1"/>
          </p:cNvSpPr>
          <p:nvPr>
            <p:ph type="ftr" sz="quarter" idx="11"/>
          </p:nvPr>
        </p:nvSpPr>
        <p:spPr/>
        <p:txBody>
          <a:bodyPr/>
          <a:lstStyle/>
          <a:p>
            <a:endParaRPr lang="fa-IR"/>
          </a:p>
        </p:txBody>
      </p:sp>
      <p:sp>
        <p:nvSpPr>
          <p:cNvPr id="7" name="Slide Number Placeholder 6">
            <a:extLst>
              <a:ext uri="{FF2B5EF4-FFF2-40B4-BE49-F238E27FC236}">
                <a16:creationId xmlns:a16="http://schemas.microsoft.com/office/drawing/2014/main" id="{291C9780-1787-4090-B941-33AA06351789}"/>
              </a:ext>
            </a:extLst>
          </p:cNvPr>
          <p:cNvSpPr>
            <a:spLocks noGrp="1"/>
          </p:cNvSpPr>
          <p:nvPr>
            <p:ph type="sldNum" sz="quarter" idx="12"/>
          </p:nvPr>
        </p:nvSpPr>
        <p:spPr/>
        <p:txBody>
          <a:bodyPr/>
          <a:lstStyle/>
          <a:p>
            <a:fld id="{341CE3E7-D5F5-4AD8-B470-53A1D4237D1D}" type="slidenum">
              <a:rPr lang="fa-IR" smtClean="0"/>
              <a:t>‹#›</a:t>
            </a:fld>
            <a:endParaRPr lang="fa-IR"/>
          </a:p>
        </p:txBody>
      </p:sp>
    </p:spTree>
    <p:extLst>
      <p:ext uri="{BB962C8B-B14F-4D97-AF65-F5344CB8AC3E}">
        <p14:creationId xmlns:p14="http://schemas.microsoft.com/office/powerpoint/2010/main" val="7700497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A127D1-F010-4670-B184-3381960B93AB}"/>
              </a:ext>
            </a:extLst>
          </p:cNvPr>
          <p:cNvSpPr>
            <a:spLocks noGrp="1"/>
          </p:cNvSpPr>
          <p:nvPr>
            <p:ph type="title"/>
          </p:nvPr>
        </p:nvSpPr>
        <p:spPr/>
        <p:txBody>
          <a:bodyPr/>
          <a:lstStyle/>
          <a:p>
            <a:r>
              <a:rPr lang="en-US"/>
              <a:t>Click to edit Master title style</a:t>
            </a:r>
            <a:endParaRPr lang="fa-IR"/>
          </a:p>
        </p:txBody>
      </p:sp>
      <p:sp>
        <p:nvSpPr>
          <p:cNvPr id="3" name="Vertical Text Placeholder 2">
            <a:extLst>
              <a:ext uri="{FF2B5EF4-FFF2-40B4-BE49-F238E27FC236}">
                <a16:creationId xmlns:a16="http://schemas.microsoft.com/office/drawing/2014/main" id="{1B2994AB-E893-4F1D-B9CB-00A36527CF0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a-IR"/>
          </a:p>
        </p:txBody>
      </p:sp>
      <p:sp>
        <p:nvSpPr>
          <p:cNvPr id="4" name="Date Placeholder 3">
            <a:extLst>
              <a:ext uri="{FF2B5EF4-FFF2-40B4-BE49-F238E27FC236}">
                <a16:creationId xmlns:a16="http://schemas.microsoft.com/office/drawing/2014/main" id="{B66E0C64-23EC-4800-86B9-F87685D8730C}"/>
              </a:ext>
            </a:extLst>
          </p:cNvPr>
          <p:cNvSpPr>
            <a:spLocks noGrp="1"/>
          </p:cNvSpPr>
          <p:nvPr>
            <p:ph type="dt" sz="half" idx="10"/>
          </p:nvPr>
        </p:nvSpPr>
        <p:spPr/>
        <p:txBody>
          <a:bodyPr/>
          <a:lstStyle/>
          <a:p>
            <a:fld id="{FFE497A2-E529-44D3-A08A-A5F20AD4D354}" type="datetimeFigureOut">
              <a:rPr lang="fa-IR" smtClean="0"/>
              <a:t>30/01/1448</a:t>
            </a:fld>
            <a:endParaRPr lang="fa-IR"/>
          </a:p>
        </p:txBody>
      </p:sp>
      <p:sp>
        <p:nvSpPr>
          <p:cNvPr id="5" name="Footer Placeholder 4">
            <a:extLst>
              <a:ext uri="{FF2B5EF4-FFF2-40B4-BE49-F238E27FC236}">
                <a16:creationId xmlns:a16="http://schemas.microsoft.com/office/drawing/2014/main" id="{57D6F181-B1C6-4DE4-B3ED-8BBCBB34AA26}"/>
              </a:ext>
            </a:extLst>
          </p:cNvPr>
          <p:cNvSpPr>
            <a:spLocks noGrp="1"/>
          </p:cNvSpPr>
          <p:nvPr>
            <p:ph type="ftr" sz="quarter" idx="11"/>
          </p:nvPr>
        </p:nvSpPr>
        <p:spPr/>
        <p:txBody>
          <a:bodyPr/>
          <a:lstStyle/>
          <a:p>
            <a:endParaRPr lang="fa-IR"/>
          </a:p>
        </p:txBody>
      </p:sp>
      <p:sp>
        <p:nvSpPr>
          <p:cNvPr id="6" name="Slide Number Placeholder 5">
            <a:extLst>
              <a:ext uri="{FF2B5EF4-FFF2-40B4-BE49-F238E27FC236}">
                <a16:creationId xmlns:a16="http://schemas.microsoft.com/office/drawing/2014/main" id="{33CD91C8-37D3-4F93-B897-36F26ABA1A76}"/>
              </a:ext>
            </a:extLst>
          </p:cNvPr>
          <p:cNvSpPr>
            <a:spLocks noGrp="1"/>
          </p:cNvSpPr>
          <p:nvPr>
            <p:ph type="sldNum" sz="quarter" idx="12"/>
          </p:nvPr>
        </p:nvSpPr>
        <p:spPr/>
        <p:txBody>
          <a:bodyPr/>
          <a:lstStyle/>
          <a:p>
            <a:fld id="{341CE3E7-D5F5-4AD8-B470-53A1D4237D1D}" type="slidenum">
              <a:rPr lang="fa-IR" smtClean="0"/>
              <a:t>‹#›</a:t>
            </a:fld>
            <a:endParaRPr lang="fa-IR"/>
          </a:p>
        </p:txBody>
      </p:sp>
    </p:spTree>
    <p:extLst>
      <p:ext uri="{BB962C8B-B14F-4D97-AF65-F5344CB8AC3E}">
        <p14:creationId xmlns:p14="http://schemas.microsoft.com/office/powerpoint/2010/main" val="6913765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D2BFE12-C814-4483-8053-BBD03B6F8C5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fa-IR"/>
          </a:p>
        </p:txBody>
      </p:sp>
      <p:sp>
        <p:nvSpPr>
          <p:cNvPr id="3" name="Vertical Text Placeholder 2">
            <a:extLst>
              <a:ext uri="{FF2B5EF4-FFF2-40B4-BE49-F238E27FC236}">
                <a16:creationId xmlns:a16="http://schemas.microsoft.com/office/drawing/2014/main" id="{25482EBE-EBF2-455B-A750-54353DEBE9C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a-IR"/>
          </a:p>
        </p:txBody>
      </p:sp>
      <p:sp>
        <p:nvSpPr>
          <p:cNvPr id="4" name="Date Placeholder 3">
            <a:extLst>
              <a:ext uri="{FF2B5EF4-FFF2-40B4-BE49-F238E27FC236}">
                <a16:creationId xmlns:a16="http://schemas.microsoft.com/office/drawing/2014/main" id="{119B622D-B912-4EB8-AFC8-437631F771DD}"/>
              </a:ext>
            </a:extLst>
          </p:cNvPr>
          <p:cNvSpPr>
            <a:spLocks noGrp="1"/>
          </p:cNvSpPr>
          <p:nvPr>
            <p:ph type="dt" sz="half" idx="10"/>
          </p:nvPr>
        </p:nvSpPr>
        <p:spPr/>
        <p:txBody>
          <a:bodyPr/>
          <a:lstStyle/>
          <a:p>
            <a:fld id="{FFE497A2-E529-44D3-A08A-A5F20AD4D354}" type="datetimeFigureOut">
              <a:rPr lang="fa-IR" smtClean="0"/>
              <a:t>30/01/1448</a:t>
            </a:fld>
            <a:endParaRPr lang="fa-IR"/>
          </a:p>
        </p:txBody>
      </p:sp>
      <p:sp>
        <p:nvSpPr>
          <p:cNvPr id="5" name="Footer Placeholder 4">
            <a:extLst>
              <a:ext uri="{FF2B5EF4-FFF2-40B4-BE49-F238E27FC236}">
                <a16:creationId xmlns:a16="http://schemas.microsoft.com/office/drawing/2014/main" id="{D67689C3-F211-4BCE-9CB7-3C66F7BD91AA}"/>
              </a:ext>
            </a:extLst>
          </p:cNvPr>
          <p:cNvSpPr>
            <a:spLocks noGrp="1"/>
          </p:cNvSpPr>
          <p:nvPr>
            <p:ph type="ftr" sz="quarter" idx="11"/>
          </p:nvPr>
        </p:nvSpPr>
        <p:spPr/>
        <p:txBody>
          <a:bodyPr/>
          <a:lstStyle/>
          <a:p>
            <a:endParaRPr lang="fa-IR"/>
          </a:p>
        </p:txBody>
      </p:sp>
      <p:sp>
        <p:nvSpPr>
          <p:cNvPr id="6" name="Slide Number Placeholder 5">
            <a:extLst>
              <a:ext uri="{FF2B5EF4-FFF2-40B4-BE49-F238E27FC236}">
                <a16:creationId xmlns:a16="http://schemas.microsoft.com/office/drawing/2014/main" id="{D5160803-E13D-4AAD-8EE2-12A2B4CDA5E7}"/>
              </a:ext>
            </a:extLst>
          </p:cNvPr>
          <p:cNvSpPr>
            <a:spLocks noGrp="1"/>
          </p:cNvSpPr>
          <p:nvPr>
            <p:ph type="sldNum" sz="quarter" idx="12"/>
          </p:nvPr>
        </p:nvSpPr>
        <p:spPr/>
        <p:txBody>
          <a:bodyPr/>
          <a:lstStyle/>
          <a:p>
            <a:fld id="{341CE3E7-D5F5-4AD8-B470-53A1D4237D1D}" type="slidenum">
              <a:rPr lang="fa-IR" smtClean="0"/>
              <a:t>‹#›</a:t>
            </a:fld>
            <a:endParaRPr lang="fa-IR"/>
          </a:p>
        </p:txBody>
      </p:sp>
    </p:spTree>
    <p:extLst>
      <p:ext uri="{BB962C8B-B14F-4D97-AF65-F5344CB8AC3E}">
        <p14:creationId xmlns:p14="http://schemas.microsoft.com/office/powerpoint/2010/main" val="14941026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B502022-9F08-44E0-A179-7389C41EFD9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fa-IR"/>
          </a:p>
        </p:txBody>
      </p:sp>
      <p:sp>
        <p:nvSpPr>
          <p:cNvPr id="3" name="Text Placeholder 2">
            <a:extLst>
              <a:ext uri="{FF2B5EF4-FFF2-40B4-BE49-F238E27FC236}">
                <a16:creationId xmlns:a16="http://schemas.microsoft.com/office/drawing/2014/main" id="{17325A16-CE2A-4D25-84B1-D176692DE68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a-IR"/>
          </a:p>
        </p:txBody>
      </p:sp>
      <p:sp>
        <p:nvSpPr>
          <p:cNvPr id="4" name="Date Placeholder 3">
            <a:extLst>
              <a:ext uri="{FF2B5EF4-FFF2-40B4-BE49-F238E27FC236}">
                <a16:creationId xmlns:a16="http://schemas.microsoft.com/office/drawing/2014/main" id="{2B65D404-044F-4FB8-99EE-A75FEA8058F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FE497A2-E529-44D3-A08A-A5F20AD4D354}" type="datetimeFigureOut">
              <a:rPr lang="fa-IR" smtClean="0"/>
              <a:t>30/01/1448</a:t>
            </a:fld>
            <a:endParaRPr lang="fa-IR"/>
          </a:p>
        </p:txBody>
      </p:sp>
      <p:sp>
        <p:nvSpPr>
          <p:cNvPr id="5" name="Footer Placeholder 4">
            <a:extLst>
              <a:ext uri="{FF2B5EF4-FFF2-40B4-BE49-F238E27FC236}">
                <a16:creationId xmlns:a16="http://schemas.microsoft.com/office/drawing/2014/main" id="{01886753-CDF1-4DE7-BFE4-E1FC63C6B27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a-IR"/>
          </a:p>
        </p:txBody>
      </p:sp>
      <p:sp>
        <p:nvSpPr>
          <p:cNvPr id="6" name="Slide Number Placeholder 5">
            <a:extLst>
              <a:ext uri="{FF2B5EF4-FFF2-40B4-BE49-F238E27FC236}">
                <a16:creationId xmlns:a16="http://schemas.microsoft.com/office/drawing/2014/main" id="{03B073A9-5009-4C86-B5F7-A58F9D72AFF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41CE3E7-D5F5-4AD8-B470-53A1D4237D1D}" type="slidenum">
              <a:rPr lang="fa-IR" smtClean="0"/>
              <a:t>‹#›</a:t>
            </a:fld>
            <a:endParaRPr lang="fa-IR"/>
          </a:p>
        </p:txBody>
      </p:sp>
    </p:spTree>
    <p:extLst>
      <p:ext uri="{BB962C8B-B14F-4D97-AF65-F5344CB8AC3E}">
        <p14:creationId xmlns:p14="http://schemas.microsoft.com/office/powerpoint/2010/main" val="135387942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a-I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2.jpg"/><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8" Type="http://schemas.openxmlformats.org/officeDocument/2006/relationships/diagramData" Target="../diagrams/data3.xml"/><Relationship Id="rId3" Type="http://schemas.openxmlformats.org/officeDocument/2006/relationships/diagramData" Target="../diagrams/data2.xml"/><Relationship Id="rId7" Type="http://schemas.microsoft.com/office/2007/relationships/diagramDrawing" Target="../diagrams/drawing2.xml"/><Relationship Id="rId12" Type="http://schemas.microsoft.com/office/2007/relationships/diagramDrawing" Target="../diagrams/drawing3.xml"/><Relationship Id="rId2" Type="http://schemas.openxmlformats.org/officeDocument/2006/relationships/image" Target="../media/image2.jpg"/><Relationship Id="rId1" Type="http://schemas.openxmlformats.org/officeDocument/2006/relationships/slideLayout" Target="../slideLayouts/slideLayout2.xml"/><Relationship Id="rId6" Type="http://schemas.openxmlformats.org/officeDocument/2006/relationships/diagramColors" Target="../diagrams/colors2.xml"/><Relationship Id="rId11" Type="http://schemas.openxmlformats.org/officeDocument/2006/relationships/diagramColors" Target="../diagrams/colors3.xml"/><Relationship Id="rId5" Type="http://schemas.openxmlformats.org/officeDocument/2006/relationships/diagramQuickStyle" Target="../diagrams/quickStyle2.xml"/><Relationship Id="rId10" Type="http://schemas.openxmlformats.org/officeDocument/2006/relationships/diagramQuickStyle" Target="../diagrams/quickStyle3.xml"/><Relationship Id="rId4" Type="http://schemas.openxmlformats.org/officeDocument/2006/relationships/diagramLayout" Target="../diagrams/layout2.xml"/><Relationship Id="rId9" Type="http://schemas.openxmlformats.org/officeDocument/2006/relationships/diagramLayout" Target="../diagrams/layout3.xml"/></Relationships>
</file>

<file path=ppt/slides/_rels/slide4.xml.rels><?xml version="1.0" encoding="UTF-8" standalone="yes"?>
<Relationships xmlns="http://schemas.openxmlformats.org/package/2006/relationships"><Relationship Id="rId8" Type="http://schemas.openxmlformats.org/officeDocument/2006/relationships/diagramData" Target="../diagrams/data5.xml"/><Relationship Id="rId3" Type="http://schemas.openxmlformats.org/officeDocument/2006/relationships/diagramData" Target="../diagrams/data4.xml"/><Relationship Id="rId7" Type="http://schemas.microsoft.com/office/2007/relationships/diagramDrawing" Target="../diagrams/drawing4.xml"/><Relationship Id="rId12" Type="http://schemas.microsoft.com/office/2007/relationships/diagramDrawing" Target="../diagrams/drawing5.xml"/><Relationship Id="rId2" Type="http://schemas.openxmlformats.org/officeDocument/2006/relationships/image" Target="../media/image2.jpg"/><Relationship Id="rId1" Type="http://schemas.openxmlformats.org/officeDocument/2006/relationships/slideLayout" Target="../slideLayouts/slideLayout2.xml"/><Relationship Id="rId6" Type="http://schemas.openxmlformats.org/officeDocument/2006/relationships/diagramColors" Target="../diagrams/colors4.xml"/><Relationship Id="rId11" Type="http://schemas.openxmlformats.org/officeDocument/2006/relationships/diagramColors" Target="../diagrams/colors5.xml"/><Relationship Id="rId5" Type="http://schemas.openxmlformats.org/officeDocument/2006/relationships/diagramQuickStyle" Target="../diagrams/quickStyle4.xml"/><Relationship Id="rId10" Type="http://schemas.openxmlformats.org/officeDocument/2006/relationships/diagramQuickStyle" Target="../diagrams/quickStyle5.xml"/><Relationship Id="rId4" Type="http://schemas.openxmlformats.org/officeDocument/2006/relationships/diagramLayout" Target="../diagrams/layout4.xml"/><Relationship Id="rId9" Type="http://schemas.openxmlformats.org/officeDocument/2006/relationships/diagramLayout" Target="../diagrams/layout5.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image" Target="../media/image2.jpg"/><Relationship Id="rId1" Type="http://schemas.openxmlformats.org/officeDocument/2006/relationships/slideLayout" Target="../slideLayouts/slideLayout2.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6.xml.rels><?xml version="1.0" encoding="UTF-8" standalone="yes"?>
<Relationships xmlns="http://schemas.openxmlformats.org/package/2006/relationships"><Relationship Id="rId8" Type="http://schemas.openxmlformats.org/officeDocument/2006/relationships/diagramData" Target="../diagrams/data8.xml"/><Relationship Id="rId3" Type="http://schemas.openxmlformats.org/officeDocument/2006/relationships/diagramData" Target="../diagrams/data7.xml"/><Relationship Id="rId7" Type="http://schemas.microsoft.com/office/2007/relationships/diagramDrawing" Target="../diagrams/drawing7.xml"/><Relationship Id="rId12" Type="http://schemas.microsoft.com/office/2007/relationships/diagramDrawing" Target="../diagrams/drawing8.xml"/><Relationship Id="rId2" Type="http://schemas.openxmlformats.org/officeDocument/2006/relationships/image" Target="../media/image2.jpg"/><Relationship Id="rId1" Type="http://schemas.openxmlformats.org/officeDocument/2006/relationships/slideLayout" Target="../slideLayouts/slideLayout2.xml"/><Relationship Id="rId6" Type="http://schemas.openxmlformats.org/officeDocument/2006/relationships/diagramColors" Target="../diagrams/colors7.xml"/><Relationship Id="rId11" Type="http://schemas.openxmlformats.org/officeDocument/2006/relationships/diagramColors" Target="../diagrams/colors8.xml"/><Relationship Id="rId5" Type="http://schemas.openxmlformats.org/officeDocument/2006/relationships/diagramQuickStyle" Target="../diagrams/quickStyle7.xml"/><Relationship Id="rId10" Type="http://schemas.openxmlformats.org/officeDocument/2006/relationships/diagramQuickStyle" Target="../diagrams/quickStyle8.xml"/><Relationship Id="rId4" Type="http://schemas.openxmlformats.org/officeDocument/2006/relationships/diagramLayout" Target="../diagrams/layout7.xml"/><Relationship Id="rId9" Type="http://schemas.openxmlformats.org/officeDocument/2006/relationships/diagramLayout" Target="../diagrams/layout8.xml"/></Relationships>
</file>

<file path=ppt/slides/_rels/slide7.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diagramData" Target="../diagrams/data9.xml"/><Relationship Id="rId7" Type="http://schemas.microsoft.com/office/2007/relationships/diagramDrawing" Target="../diagrams/drawing9.xml"/><Relationship Id="rId2" Type="http://schemas.openxmlformats.org/officeDocument/2006/relationships/image" Target="../media/image2.jpg"/><Relationship Id="rId1" Type="http://schemas.openxmlformats.org/officeDocument/2006/relationships/slideLayout" Target="../slideLayouts/slideLayout2.xml"/><Relationship Id="rId6" Type="http://schemas.openxmlformats.org/officeDocument/2006/relationships/diagramColors" Target="../diagrams/colors9.xml"/><Relationship Id="rId5" Type="http://schemas.openxmlformats.org/officeDocument/2006/relationships/diagramQuickStyle" Target="../diagrams/quickStyle9.xml"/><Relationship Id="rId10" Type="http://schemas.openxmlformats.org/officeDocument/2006/relationships/image" Target="../media/image5.svg"/><Relationship Id="rId4" Type="http://schemas.openxmlformats.org/officeDocument/2006/relationships/diagramLayout" Target="../diagrams/layout9.xml"/><Relationship Id="rId9" Type="http://schemas.openxmlformats.org/officeDocument/2006/relationships/image" Target="../media/image4.png"/></Relationships>
</file>

<file path=ppt/slides/_rels/slide8.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diagramData" Target="../diagrams/data10.xml"/><Relationship Id="rId7" Type="http://schemas.microsoft.com/office/2007/relationships/diagramDrawing" Target="../diagrams/drawing10.xml"/><Relationship Id="rId2" Type="http://schemas.openxmlformats.org/officeDocument/2006/relationships/image" Target="../media/image2.jpg"/><Relationship Id="rId1" Type="http://schemas.openxmlformats.org/officeDocument/2006/relationships/slideLayout" Target="../slideLayouts/slideLayout2.xml"/><Relationship Id="rId6" Type="http://schemas.openxmlformats.org/officeDocument/2006/relationships/diagramColors" Target="../diagrams/colors10.xml"/><Relationship Id="rId5" Type="http://schemas.openxmlformats.org/officeDocument/2006/relationships/diagramQuickStyle" Target="../diagrams/quickStyle10.xml"/><Relationship Id="rId10" Type="http://schemas.openxmlformats.org/officeDocument/2006/relationships/image" Target="../media/image5.svg"/><Relationship Id="rId4" Type="http://schemas.openxmlformats.org/officeDocument/2006/relationships/diagramLayout" Target="../diagrams/layout10.xml"/><Relationship Id="rId9"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jpg"/><Relationship Id="rId1" Type="http://schemas.openxmlformats.org/officeDocument/2006/relationships/slideLayout" Target="../slideLayouts/slideLayout2.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jp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jp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jpg"/><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jpg"/><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jpg"/><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2.png"/></Relationships>
</file>

<file path=ppt/slides/_rels/slide18.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6.png"/></Relationships>
</file>

<file path=ppt/slides/_rels/slide19.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6.png"/></Relationships>
</file>

<file path=ppt/slides/_rels/slide20.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6.pn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E127C69-7CEC-4396-ABF1-C784FD5CEAC2}"/>
              </a:ext>
            </a:extLst>
          </p:cNvPr>
          <p:cNvPicPr>
            <a:picLocks noChangeAspect="1"/>
          </p:cNvPicPr>
          <p:nvPr/>
        </p:nvPicPr>
        <p:blipFill>
          <a:blip r:embed="rId3"/>
          <a:stretch>
            <a:fillRect/>
          </a:stretch>
        </p:blipFill>
        <p:spPr>
          <a:xfrm>
            <a:off x="6095" y="0"/>
            <a:ext cx="12179809" cy="6858000"/>
          </a:xfrm>
          <a:prstGeom prst="rect">
            <a:avLst/>
          </a:prstGeom>
        </p:spPr>
      </p:pic>
      <p:sp>
        <p:nvSpPr>
          <p:cNvPr id="5" name="TextBox 4">
            <a:extLst>
              <a:ext uri="{FF2B5EF4-FFF2-40B4-BE49-F238E27FC236}">
                <a16:creationId xmlns:a16="http://schemas.microsoft.com/office/drawing/2014/main" id="{6AF956A9-715D-453D-BC47-59DC8CC04BF5}"/>
              </a:ext>
            </a:extLst>
          </p:cNvPr>
          <p:cNvSpPr txBox="1"/>
          <p:nvPr/>
        </p:nvSpPr>
        <p:spPr>
          <a:xfrm>
            <a:off x="3128680" y="2249714"/>
            <a:ext cx="5934638" cy="830997"/>
          </a:xfrm>
          <a:prstGeom prst="rect">
            <a:avLst/>
          </a:prstGeom>
          <a:noFill/>
        </p:spPr>
        <p:txBody>
          <a:bodyPr wrap="none" rtlCol="1">
            <a:spAutoFit/>
          </a:bodyPr>
          <a:lstStyle/>
          <a:p>
            <a:r>
              <a:rPr lang="fa-IR" sz="4800" dirty="0">
                <a:solidFill>
                  <a:schemeClr val="bg1"/>
                </a:solidFill>
                <a:latin typeface="Vazirmatn Medium" pitchFamily="2" charset="-78"/>
                <a:cs typeface="Vazirmatn Medium" pitchFamily="2" charset="-78"/>
              </a:rPr>
              <a:t>آزمایشگاه مجازی فیزیک</a:t>
            </a:r>
          </a:p>
        </p:txBody>
      </p:sp>
      <p:sp>
        <p:nvSpPr>
          <p:cNvPr id="6" name="TextBox 5">
            <a:extLst>
              <a:ext uri="{FF2B5EF4-FFF2-40B4-BE49-F238E27FC236}">
                <a16:creationId xmlns:a16="http://schemas.microsoft.com/office/drawing/2014/main" id="{6CEAB053-D930-4066-B984-FF6AE4C4DDEF}"/>
              </a:ext>
            </a:extLst>
          </p:cNvPr>
          <p:cNvSpPr txBox="1"/>
          <p:nvPr/>
        </p:nvSpPr>
        <p:spPr>
          <a:xfrm>
            <a:off x="4116130" y="3882181"/>
            <a:ext cx="3959738" cy="461665"/>
          </a:xfrm>
          <a:prstGeom prst="rect">
            <a:avLst/>
          </a:prstGeom>
          <a:noFill/>
        </p:spPr>
        <p:txBody>
          <a:bodyPr wrap="none" rtlCol="1">
            <a:spAutoFit/>
          </a:bodyPr>
          <a:lstStyle/>
          <a:p>
            <a:r>
              <a:rPr lang="fa-IR" sz="2400" dirty="0">
                <a:solidFill>
                  <a:schemeClr val="bg1"/>
                </a:solidFill>
                <a:latin typeface="Vazirmatn Medium" pitchFamily="2" charset="-78"/>
                <a:cs typeface="Vazirmatn Medium" pitchFamily="2" charset="-78"/>
              </a:rPr>
              <a:t>آرتین جاهدجاه | امیرعلی مصلح</a:t>
            </a:r>
          </a:p>
        </p:txBody>
      </p:sp>
    </p:spTree>
    <p:extLst>
      <p:ext uri="{BB962C8B-B14F-4D97-AF65-F5344CB8AC3E}">
        <p14:creationId xmlns:p14="http://schemas.microsoft.com/office/powerpoint/2010/main" val="41125157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B73C9AC-13F7-8609-45D1-69E3E9B74AA6}"/>
              </a:ext>
            </a:extLst>
          </p:cNvPr>
          <p:cNvPicPr>
            <a:picLocks noChangeAspect="1"/>
          </p:cNvPicPr>
          <p:nvPr/>
        </p:nvPicPr>
        <p:blipFill rotWithShape="1">
          <a:blip r:embed="rId2">
            <a:extLst>
              <a:ext uri="{28A0092B-C50C-407E-A947-70E740481C1C}">
                <a14:useLocalDpi xmlns:a14="http://schemas.microsoft.com/office/drawing/2010/main" val="0"/>
              </a:ext>
            </a:extLst>
          </a:blip>
          <a:srcRect t="7802" b="7802"/>
          <a:stretch/>
        </p:blipFill>
        <p:spPr>
          <a:xfrm>
            <a:off x="0" y="0"/>
            <a:ext cx="12192000" cy="6858000"/>
          </a:xfrm>
          <a:prstGeom prst="rect">
            <a:avLst/>
          </a:prstGeom>
        </p:spPr>
      </p:pic>
      <p:sp>
        <p:nvSpPr>
          <p:cNvPr id="5" name="TextBox 4">
            <a:extLst>
              <a:ext uri="{FF2B5EF4-FFF2-40B4-BE49-F238E27FC236}">
                <a16:creationId xmlns:a16="http://schemas.microsoft.com/office/drawing/2014/main" id="{A3A2E744-CDB1-4F75-90D1-50A7B8492D84}"/>
              </a:ext>
            </a:extLst>
          </p:cNvPr>
          <p:cNvSpPr txBox="1"/>
          <p:nvPr/>
        </p:nvSpPr>
        <p:spPr>
          <a:xfrm>
            <a:off x="4155303" y="532348"/>
            <a:ext cx="3081293" cy="646331"/>
          </a:xfrm>
          <a:prstGeom prst="rect">
            <a:avLst/>
          </a:prstGeom>
          <a:noFill/>
        </p:spPr>
        <p:txBody>
          <a:bodyPr wrap="none" rtlCol="1">
            <a:spAutoFit/>
          </a:bodyPr>
          <a:lstStyle/>
          <a:p>
            <a:r>
              <a:rPr lang="fa-IR" sz="3600" dirty="0">
                <a:solidFill>
                  <a:schemeClr val="bg1"/>
                </a:solidFill>
                <a:latin typeface="Vazirmatn Medium" pitchFamily="2" charset="-78"/>
                <a:cs typeface="Vazirmatn Medium" pitchFamily="2" charset="-78"/>
              </a:rPr>
              <a:t>هدف این سایت</a:t>
            </a:r>
          </a:p>
        </p:txBody>
      </p:sp>
      <p:sp>
        <p:nvSpPr>
          <p:cNvPr id="9" name="TextBox 8">
            <a:extLst>
              <a:ext uri="{FF2B5EF4-FFF2-40B4-BE49-F238E27FC236}">
                <a16:creationId xmlns:a16="http://schemas.microsoft.com/office/drawing/2014/main" id="{68375725-F1CA-4713-BBA1-2B42B49439DF}"/>
              </a:ext>
            </a:extLst>
          </p:cNvPr>
          <p:cNvSpPr txBox="1"/>
          <p:nvPr/>
        </p:nvSpPr>
        <p:spPr>
          <a:xfrm>
            <a:off x="523871" y="2190892"/>
            <a:ext cx="11144258" cy="1569660"/>
          </a:xfrm>
          <a:prstGeom prst="rect">
            <a:avLst/>
          </a:prstGeom>
          <a:noFill/>
        </p:spPr>
        <p:txBody>
          <a:bodyPr wrap="square" rtlCol="1">
            <a:spAutoFit/>
          </a:bodyPr>
          <a:lstStyle/>
          <a:p>
            <a:pPr algn="ctr"/>
            <a:r>
              <a:rPr lang="fa-IR" sz="3200" dirty="0">
                <a:solidFill>
                  <a:schemeClr val="bg1">
                    <a:lumMod val="95000"/>
                  </a:schemeClr>
                </a:solidFill>
                <a:latin typeface="Vazirmatn Light" pitchFamily="2" charset="-78"/>
                <a:cs typeface="Vazirmatn Light" pitchFamily="2" charset="-78"/>
              </a:rPr>
              <a:t>این سایت برای معلم های فیزیک درست شده تا با ابزار های این سایت بتوانند راحت تر به دانش آموز ها مسائل و آزمایش های فیزیک را یاد بدهند و دانش آموزان راحت تر مسائل فیزیک را درک کنند</a:t>
            </a:r>
          </a:p>
        </p:txBody>
      </p:sp>
      <p:sp>
        <p:nvSpPr>
          <p:cNvPr id="13" name="TextBox 12">
            <a:extLst>
              <a:ext uri="{FF2B5EF4-FFF2-40B4-BE49-F238E27FC236}">
                <a16:creationId xmlns:a16="http://schemas.microsoft.com/office/drawing/2014/main" id="{34DBAA4F-4368-475E-9A66-689056FBF1FA}"/>
              </a:ext>
            </a:extLst>
          </p:cNvPr>
          <p:cNvSpPr txBox="1"/>
          <p:nvPr/>
        </p:nvSpPr>
        <p:spPr>
          <a:xfrm>
            <a:off x="4155303" y="-6356132"/>
            <a:ext cx="4027064" cy="646331"/>
          </a:xfrm>
          <a:prstGeom prst="rect">
            <a:avLst/>
          </a:prstGeom>
          <a:noFill/>
        </p:spPr>
        <p:txBody>
          <a:bodyPr wrap="none" rtlCol="1">
            <a:spAutoFit/>
          </a:bodyPr>
          <a:lstStyle/>
          <a:p>
            <a:r>
              <a:rPr lang="fa-IR" sz="3600" dirty="0">
                <a:solidFill>
                  <a:schemeClr val="bg1"/>
                </a:solidFill>
                <a:latin typeface="Vazirmatn Medium" pitchFamily="2" charset="-78"/>
                <a:cs typeface="Vazirmatn Medium" pitchFamily="2" charset="-78"/>
              </a:rPr>
              <a:t>بخش های این سایت</a:t>
            </a:r>
          </a:p>
        </p:txBody>
      </p:sp>
      <p:graphicFrame>
        <p:nvGraphicFramePr>
          <p:cNvPr id="14" name="Diagram 13">
            <a:extLst>
              <a:ext uri="{FF2B5EF4-FFF2-40B4-BE49-F238E27FC236}">
                <a16:creationId xmlns:a16="http://schemas.microsoft.com/office/drawing/2014/main" id="{1CF89B4E-6EFD-4BF4-908A-4FDB39F0688B}"/>
              </a:ext>
            </a:extLst>
          </p:cNvPr>
          <p:cNvGraphicFramePr/>
          <p:nvPr>
            <p:extLst>
              <p:ext uri="{D42A27DB-BD31-4B8C-83A1-F6EECF244321}">
                <p14:modId xmlns:p14="http://schemas.microsoft.com/office/powerpoint/2010/main" val="792260216"/>
              </p:ext>
            </p:extLst>
          </p:nvPr>
        </p:nvGraphicFramePr>
        <p:xfrm>
          <a:off x="2189758" y="-5428585"/>
          <a:ext cx="6821714" cy="454781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781828923"/>
      </p:ext>
    </p:extLst>
  </p:cSld>
  <p:clrMapOvr>
    <a:masterClrMapping/>
  </p:clrMapOvr>
  <p:transition spd="slow">
    <p:cove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B73C9AC-13F7-8609-45D1-69E3E9B74AA6}"/>
              </a:ext>
            </a:extLst>
          </p:cNvPr>
          <p:cNvPicPr>
            <a:picLocks noChangeAspect="1"/>
          </p:cNvPicPr>
          <p:nvPr/>
        </p:nvPicPr>
        <p:blipFill rotWithShape="1">
          <a:blip r:embed="rId2">
            <a:extLst>
              <a:ext uri="{28A0092B-C50C-407E-A947-70E740481C1C}">
                <a14:useLocalDpi xmlns:a14="http://schemas.microsoft.com/office/drawing/2010/main" val="0"/>
              </a:ext>
            </a:extLst>
          </a:blip>
          <a:srcRect t="7802" b="7802"/>
          <a:stretch/>
        </p:blipFill>
        <p:spPr>
          <a:xfrm>
            <a:off x="0" y="0"/>
            <a:ext cx="12192000" cy="6858000"/>
          </a:xfrm>
          <a:prstGeom prst="rect">
            <a:avLst/>
          </a:prstGeom>
        </p:spPr>
      </p:pic>
      <p:sp>
        <p:nvSpPr>
          <p:cNvPr id="5" name="TextBox 4">
            <a:extLst>
              <a:ext uri="{FF2B5EF4-FFF2-40B4-BE49-F238E27FC236}">
                <a16:creationId xmlns:a16="http://schemas.microsoft.com/office/drawing/2014/main" id="{A3A2E744-CDB1-4F75-90D1-50A7B8492D84}"/>
              </a:ext>
            </a:extLst>
          </p:cNvPr>
          <p:cNvSpPr txBox="1"/>
          <p:nvPr/>
        </p:nvSpPr>
        <p:spPr>
          <a:xfrm>
            <a:off x="3564308" y="527129"/>
            <a:ext cx="4027064" cy="646331"/>
          </a:xfrm>
          <a:prstGeom prst="rect">
            <a:avLst/>
          </a:prstGeom>
          <a:noFill/>
        </p:spPr>
        <p:txBody>
          <a:bodyPr wrap="none" rtlCol="1">
            <a:spAutoFit/>
          </a:bodyPr>
          <a:lstStyle/>
          <a:p>
            <a:r>
              <a:rPr lang="fa-IR" sz="3600" dirty="0">
                <a:solidFill>
                  <a:schemeClr val="bg1"/>
                </a:solidFill>
                <a:latin typeface="Vazirmatn Medium" pitchFamily="2" charset="-78"/>
                <a:cs typeface="Vazirmatn Medium" pitchFamily="2" charset="-78"/>
              </a:rPr>
              <a:t>بخش های این سایت</a:t>
            </a:r>
          </a:p>
        </p:txBody>
      </p:sp>
      <p:sp>
        <p:nvSpPr>
          <p:cNvPr id="10" name="TextBox 9">
            <a:extLst>
              <a:ext uri="{FF2B5EF4-FFF2-40B4-BE49-F238E27FC236}">
                <a16:creationId xmlns:a16="http://schemas.microsoft.com/office/drawing/2014/main" id="{80B9AE2C-732E-4054-B67F-DA6A38350372}"/>
              </a:ext>
            </a:extLst>
          </p:cNvPr>
          <p:cNvSpPr txBox="1"/>
          <p:nvPr/>
        </p:nvSpPr>
        <p:spPr>
          <a:xfrm>
            <a:off x="2117186" y="-5370740"/>
            <a:ext cx="7957628" cy="646331"/>
          </a:xfrm>
          <a:prstGeom prst="rect">
            <a:avLst/>
          </a:prstGeom>
          <a:noFill/>
        </p:spPr>
        <p:txBody>
          <a:bodyPr wrap="none" rtlCol="1">
            <a:spAutoFit/>
          </a:bodyPr>
          <a:lstStyle/>
          <a:p>
            <a:r>
              <a:rPr lang="fa-IR" sz="3600" dirty="0">
                <a:solidFill>
                  <a:schemeClr val="bg1"/>
                </a:solidFill>
                <a:latin typeface="Vazirmatn Medium" pitchFamily="2" charset="-78"/>
                <a:cs typeface="Vazirmatn Medium" pitchFamily="2" charset="-78"/>
              </a:rPr>
              <a:t>چه زبان هایی برای این سایت استفاده شده</a:t>
            </a:r>
          </a:p>
        </p:txBody>
      </p:sp>
      <p:graphicFrame>
        <p:nvGraphicFramePr>
          <p:cNvPr id="11" name="Diagram 10">
            <a:extLst>
              <a:ext uri="{FF2B5EF4-FFF2-40B4-BE49-F238E27FC236}">
                <a16:creationId xmlns:a16="http://schemas.microsoft.com/office/drawing/2014/main" id="{66637E36-E558-427E-800B-FC017845A5BC}"/>
              </a:ext>
            </a:extLst>
          </p:cNvPr>
          <p:cNvGraphicFramePr/>
          <p:nvPr/>
        </p:nvGraphicFramePr>
        <p:xfrm>
          <a:off x="2189758" y="-4607530"/>
          <a:ext cx="6821714" cy="454781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2" name="TextBox 11">
            <a:extLst>
              <a:ext uri="{FF2B5EF4-FFF2-40B4-BE49-F238E27FC236}">
                <a16:creationId xmlns:a16="http://schemas.microsoft.com/office/drawing/2014/main" id="{63CC6CB9-0D02-4873-92E5-33F3E1C961E8}"/>
              </a:ext>
            </a:extLst>
          </p:cNvPr>
          <p:cNvSpPr txBox="1"/>
          <p:nvPr/>
        </p:nvSpPr>
        <p:spPr>
          <a:xfrm>
            <a:off x="18206583" y="471388"/>
            <a:ext cx="3081293" cy="646331"/>
          </a:xfrm>
          <a:prstGeom prst="rect">
            <a:avLst/>
          </a:prstGeom>
          <a:noFill/>
        </p:spPr>
        <p:txBody>
          <a:bodyPr wrap="none" rtlCol="1">
            <a:spAutoFit/>
          </a:bodyPr>
          <a:lstStyle/>
          <a:p>
            <a:r>
              <a:rPr lang="fa-IR" sz="3600" dirty="0">
                <a:solidFill>
                  <a:schemeClr val="bg1"/>
                </a:solidFill>
                <a:latin typeface="Vazirmatn Medium" pitchFamily="2" charset="-78"/>
                <a:cs typeface="Vazirmatn Medium" pitchFamily="2" charset="-78"/>
              </a:rPr>
              <a:t>هدف این سایت</a:t>
            </a:r>
          </a:p>
        </p:txBody>
      </p:sp>
      <p:sp>
        <p:nvSpPr>
          <p:cNvPr id="13" name="TextBox 12">
            <a:extLst>
              <a:ext uri="{FF2B5EF4-FFF2-40B4-BE49-F238E27FC236}">
                <a16:creationId xmlns:a16="http://schemas.microsoft.com/office/drawing/2014/main" id="{FD6621C9-FE61-4BD1-B5EA-8DE99A6A5DB2}"/>
              </a:ext>
            </a:extLst>
          </p:cNvPr>
          <p:cNvSpPr txBox="1"/>
          <p:nvPr/>
        </p:nvSpPr>
        <p:spPr>
          <a:xfrm>
            <a:off x="14575151" y="2129932"/>
            <a:ext cx="11144258" cy="1569660"/>
          </a:xfrm>
          <a:prstGeom prst="rect">
            <a:avLst/>
          </a:prstGeom>
          <a:noFill/>
        </p:spPr>
        <p:txBody>
          <a:bodyPr wrap="square" rtlCol="1">
            <a:spAutoFit/>
          </a:bodyPr>
          <a:lstStyle/>
          <a:p>
            <a:pPr algn="ctr"/>
            <a:r>
              <a:rPr lang="fa-IR" sz="3200" dirty="0">
                <a:solidFill>
                  <a:schemeClr val="bg1">
                    <a:lumMod val="95000"/>
                  </a:schemeClr>
                </a:solidFill>
                <a:latin typeface="Vazirmatn Light" pitchFamily="2" charset="-78"/>
                <a:cs typeface="Vazirmatn Light" pitchFamily="2" charset="-78"/>
              </a:rPr>
              <a:t>این سایت برای معلم های فیزیک درست شده تا با ابزار های این سایت بتوانند راحت تر به دانش آموز ها مسائل و آزمایش های فیزیک را یاد بدهند و دانش آموزان راحت تر مسائل فیزیک را درک کنند</a:t>
            </a:r>
          </a:p>
        </p:txBody>
      </p:sp>
      <p:graphicFrame>
        <p:nvGraphicFramePr>
          <p:cNvPr id="14" name="Diagram 13">
            <a:extLst>
              <a:ext uri="{FF2B5EF4-FFF2-40B4-BE49-F238E27FC236}">
                <a16:creationId xmlns:a16="http://schemas.microsoft.com/office/drawing/2014/main" id="{02E43679-8D88-4CD4-BB76-EC956B609C11}"/>
              </a:ext>
            </a:extLst>
          </p:cNvPr>
          <p:cNvGraphicFramePr/>
          <p:nvPr>
            <p:extLst>
              <p:ext uri="{D42A27DB-BD31-4B8C-83A1-F6EECF244321}">
                <p14:modId xmlns:p14="http://schemas.microsoft.com/office/powerpoint/2010/main" val="1822954057"/>
              </p:ext>
            </p:extLst>
          </p:nvPr>
        </p:nvGraphicFramePr>
        <p:xfrm>
          <a:off x="2189758" y="1459895"/>
          <a:ext cx="6821714" cy="4547810"/>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Tree>
    <p:extLst>
      <p:ext uri="{BB962C8B-B14F-4D97-AF65-F5344CB8AC3E}">
        <p14:creationId xmlns:p14="http://schemas.microsoft.com/office/powerpoint/2010/main" val="390504241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B73C9AC-13F7-8609-45D1-69E3E9B74AA6}"/>
              </a:ext>
            </a:extLst>
          </p:cNvPr>
          <p:cNvPicPr>
            <a:picLocks noChangeAspect="1"/>
          </p:cNvPicPr>
          <p:nvPr/>
        </p:nvPicPr>
        <p:blipFill rotWithShape="1">
          <a:blip r:embed="rId2">
            <a:extLst>
              <a:ext uri="{28A0092B-C50C-407E-A947-70E740481C1C}">
                <a14:useLocalDpi xmlns:a14="http://schemas.microsoft.com/office/drawing/2010/main" val="0"/>
              </a:ext>
            </a:extLst>
          </a:blip>
          <a:srcRect t="7802" b="7802"/>
          <a:stretch/>
        </p:blipFill>
        <p:spPr>
          <a:xfrm>
            <a:off x="0" y="0"/>
            <a:ext cx="12192000" cy="6858000"/>
          </a:xfrm>
          <a:prstGeom prst="rect">
            <a:avLst/>
          </a:prstGeom>
        </p:spPr>
      </p:pic>
      <p:sp>
        <p:nvSpPr>
          <p:cNvPr id="5" name="TextBox 4">
            <a:extLst>
              <a:ext uri="{FF2B5EF4-FFF2-40B4-BE49-F238E27FC236}">
                <a16:creationId xmlns:a16="http://schemas.microsoft.com/office/drawing/2014/main" id="{A3A2E744-CDB1-4F75-90D1-50A7B8492D84}"/>
              </a:ext>
            </a:extLst>
          </p:cNvPr>
          <p:cNvSpPr txBox="1"/>
          <p:nvPr/>
        </p:nvSpPr>
        <p:spPr>
          <a:xfrm>
            <a:off x="2117186" y="696685"/>
            <a:ext cx="7957628" cy="646331"/>
          </a:xfrm>
          <a:prstGeom prst="rect">
            <a:avLst/>
          </a:prstGeom>
          <a:noFill/>
        </p:spPr>
        <p:txBody>
          <a:bodyPr wrap="none" rtlCol="1">
            <a:spAutoFit/>
          </a:bodyPr>
          <a:lstStyle/>
          <a:p>
            <a:r>
              <a:rPr lang="fa-IR" sz="3600" dirty="0">
                <a:solidFill>
                  <a:schemeClr val="bg1"/>
                </a:solidFill>
                <a:latin typeface="Vazirmatn Medium" pitchFamily="2" charset="-78"/>
                <a:cs typeface="Vazirmatn Medium" pitchFamily="2" charset="-78"/>
              </a:rPr>
              <a:t>چه زبان هایی برای این سایت استفاده شده</a:t>
            </a:r>
          </a:p>
        </p:txBody>
      </p:sp>
      <p:graphicFrame>
        <p:nvGraphicFramePr>
          <p:cNvPr id="6" name="Diagram 5">
            <a:extLst>
              <a:ext uri="{FF2B5EF4-FFF2-40B4-BE49-F238E27FC236}">
                <a16:creationId xmlns:a16="http://schemas.microsoft.com/office/drawing/2014/main" id="{E4EA76D0-6936-4F09-9598-8901E1E32037}"/>
              </a:ext>
            </a:extLst>
          </p:cNvPr>
          <p:cNvGraphicFramePr/>
          <p:nvPr>
            <p:extLst>
              <p:ext uri="{D42A27DB-BD31-4B8C-83A1-F6EECF244321}">
                <p14:modId xmlns:p14="http://schemas.microsoft.com/office/powerpoint/2010/main" val="3724016676"/>
              </p:ext>
            </p:extLst>
          </p:nvPr>
        </p:nvGraphicFramePr>
        <p:xfrm>
          <a:off x="2189758" y="1459895"/>
          <a:ext cx="6821714" cy="454781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7" name="TextBox 6">
            <a:extLst>
              <a:ext uri="{FF2B5EF4-FFF2-40B4-BE49-F238E27FC236}">
                <a16:creationId xmlns:a16="http://schemas.microsoft.com/office/drawing/2014/main" id="{40909965-B782-436C-8FCF-765692BFF0F1}"/>
              </a:ext>
            </a:extLst>
          </p:cNvPr>
          <p:cNvSpPr txBox="1"/>
          <p:nvPr/>
        </p:nvSpPr>
        <p:spPr>
          <a:xfrm>
            <a:off x="2395264" y="-2220687"/>
            <a:ext cx="7585731" cy="646331"/>
          </a:xfrm>
          <a:prstGeom prst="rect">
            <a:avLst/>
          </a:prstGeom>
          <a:noFill/>
        </p:spPr>
        <p:txBody>
          <a:bodyPr wrap="none" rtlCol="1">
            <a:spAutoFit/>
          </a:bodyPr>
          <a:lstStyle/>
          <a:p>
            <a:r>
              <a:rPr lang="fa-IR" sz="3600" dirty="0">
                <a:solidFill>
                  <a:schemeClr val="bg1"/>
                </a:solidFill>
                <a:latin typeface="Vazirmatn Medium" pitchFamily="2" charset="-78"/>
                <a:cs typeface="Vazirmatn Medium" pitchFamily="2" charset="-78"/>
              </a:rPr>
              <a:t>چرا تنوع زبان برای این سایت خوب است؟</a:t>
            </a:r>
          </a:p>
        </p:txBody>
      </p:sp>
      <p:sp>
        <p:nvSpPr>
          <p:cNvPr id="8" name="TextBox 7">
            <a:extLst>
              <a:ext uri="{FF2B5EF4-FFF2-40B4-BE49-F238E27FC236}">
                <a16:creationId xmlns:a16="http://schemas.microsoft.com/office/drawing/2014/main" id="{5B475CA2-1951-4F8F-871F-A6EF89067C01}"/>
              </a:ext>
            </a:extLst>
          </p:cNvPr>
          <p:cNvSpPr txBox="1"/>
          <p:nvPr/>
        </p:nvSpPr>
        <p:spPr>
          <a:xfrm>
            <a:off x="523871" y="8083696"/>
            <a:ext cx="11144258" cy="2062103"/>
          </a:xfrm>
          <a:prstGeom prst="rect">
            <a:avLst/>
          </a:prstGeom>
          <a:noFill/>
        </p:spPr>
        <p:txBody>
          <a:bodyPr wrap="square" rtlCol="1">
            <a:spAutoFit/>
          </a:bodyPr>
          <a:lstStyle/>
          <a:p>
            <a:pPr algn="ctr"/>
            <a:r>
              <a:rPr lang="fa-IR" sz="3200" dirty="0">
                <a:solidFill>
                  <a:schemeClr val="bg1">
                    <a:lumMod val="95000"/>
                  </a:schemeClr>
                </a:solidFill>
                <a:latin typeface="Vazirmatn Light" pitchFamily="2" charset="-78"/>
                <a:cs typeface="Vazirmatn Light" pitchFamily="2" charset="-78"/>
              </a:rPr>
              <a:t>چون که میشود از امکانات بیشتری استفاده کرد اگه این سایت فقط با جاوا اسکریپت نوشته شده بود ما به کتاب خانه ی نامپای دسترسی نداشتیم برای محاسبات جبری یا اگه از جاوا اسکریپت استفاده نمیکردیم نمیتوانستیم نمودار ها را با کتابخانه پلات لی بکشیم</a:t>
            </a:r>
          </a:p>
        </p:txBody>
      </p:sp>
      <p:sp>
        <p:nvSpPr>
          <p:cNvPr id="11" name="TextBox 10">
            <a:extLst>
              <a:ext uri="{FF2B5EF4-FFF2-40B4-BE49-F238E27FC236}">
                <a16:creationId xmlns:a16="http://schemas.microsoft.com/office/drawing/2014/main" id="{81FBC3D5-BBCD-4902-A802-9A8E55D2BAF1}"/>
              </a:ext>
            </a:extLst>
          </p:cNvPr>
          <p:cNvSpPr txBox="1"/>
          <p:nvPr/>
        </p:nvSpPr>
        <p:spPr>
          <a:xfrm>
            <a:off x="14762343" y="684748"/>
            <a:ext cx="4027064" cy="646331"/>
          </a:xfrm>
          <a:prstGeom prst="rect">
            <a:avLst/>
          </a:prstGeom>
          <a:noFill/>
        </p:spPr>
        <p:txBody>
          <a:bodyPr wrap="none" rtlCol="1">
            <a:spAutoFit/>
          </a:bodyPr>
          <a:lstStyle/>
          <a:p>
            <a:r>
              <a:rPr lang="fa-IR" sz="3600" dirty="0">
                <a:solidFill>
                  <a:schemeClr val="bg1"/>
                </a:solidFill>
                <a:latin typeface="Vazirmatn Medium" pitchFamily="2" charset="-78"/>
                <a:cs typeface="Vazirmatn Medium" pitchFamily="2" charset="-78"/>
              </a:rPr>
              <a:t>بخش های این سایت</a:t>
            </a:r>
          </a:p>
        </p:txBody>
      </p:sp>
      <p:graphicFrame>
        <p:nvGraphicFramePr>
          <p:cNvPr id="12" name="Diagram 11">
            <a:extLst>
              <a:ext uri="{FF2B5EF4-FFF2-40B4-BE49-F238E27FC236}">
                <a16:creationId xmlns:a16="http://schemas.microsoft.com/office/drawing/2014/main" id="{547ECCC0-D61F-4AFD-BE76-AB8FA0EF04EA}"/>
              </a:ext>
            </a:extLst>
          </p:cNvPr>
          <p:cNvGraphicFramePr/>
          <p:nvPr>
            <p:extLst>
              <p:ext uri="{D42A27DB-BD31-4B8C-83A1-F6EECF244321}">
                <p14:modId xmlns:p14="http://schemas.microsoft.com/office/powerpoint/2010/main" val="296065456"/>
              </p:ext>
            </p:extLst>
          </p:nvPr>
        </p:nvGraphicFramePr>
        <p:xfrm>
          <a:off x="12857758" y="1612295"/>
          <a:ext cx="6821714" cy="4547810"/>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Tree>
    <p:extLst>
      <p:ext uri="{BB962C8B-B14F-4D97-AF65-F5344CB8AC3E}">
        <p14:creationId xmlns:p14="http://schemas.microsoft.com/office/powerpoint/2010/main" val="125758081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B73C9AC-13F7-8609-45D1-69E3E9B74AA6}"/>
              </a:ext>
            </a:extLst>
          </p:cNvPr>
          <p:cNvPicPr>
            <a:picLocks noChangeAspect="1"/>
          </p:cNvPicPr>
          <p:nvPr/>
        </p:nvPicPr>
        <p:blipFill rotWithShape="1">
          <a:blip r:embed="rId2">
            <a:extLst>
              <a:ext uri="{28A0092B-C50C-407E-A947-70E740481C1C}">
                <a14:useLocalDpi xmlns:a14="http://schemas.microsoft.com/office/drawing/2010/main" val="0"/>
              </a:ext>
            </a:extLst>
          </a:blip>
          <a:srcRect t="7802" b="7802"/>
          <a:stretch/>
        </p:blipFill>
        <p:spPr>
          <a:xfrm>
            <a:off x="0" y="0"/>
            <a:ext cx="12192000" cy="6858000"/>
          </a:xfrm>
          <a:prstGeom prst="rect">
            <a:avLst/>
          </a:prstGeom>
        </p:spPr>
      </p:pic>
      <p:sp>
        <p:nvSpPr>
          <p:cNvPr id="5" name="TextBox 4">
            <a:extLst>
              <a:ext uri="{FF2B5EF4-FFF2-40B4-BE49-F238E27FC236}">
                <a16:creationId xmlns:a16="http://schemas.microsoft.com/office/drawing/2014/main" id="{A3A2E744-CDB1-4F75-90D1-50A7B8492D84}"/>
              </a:ext>
            </a:extLst>
          </p:cNvPr>
          <p:cNvSpPr txBox="1"/>
          <p:nvPr/>
        </p:nvSpPr>
        <p:spPr>
          <a:xfrm>
            <a:off x="2395264" y="638628"/>
            <a:ext cx="7585731" cy="646331"/>
          </a:xfrm>
          <a:prstGeom prst="rect">
            <a:avLst/>
          </a:prstGeom>
          <a:noFill/>
        </p:spPr>
        <p:txBody>
          <a:bodyPr wrap="none" rtlCol="1">
            <a:spAutoFit/>
          </a:bodyPr>
          <a:lstStyle/>
          <a:p>
            <a:r>
              <a:rPr lang="fa-IR" sz="3600" dirty="0">
                <a:solidFill>
                  <a:schemeClr val="bg1"/>
                </a:solidFill>
                <a:latin typeface="Vazirmatn Medium" pitchFamily="2" charset="-78"/>
                <a:cs typeface="Vazirmatn Medium" pitchFamily="2" charset="-78"/>
              </a:rPr>
              <a:t>چرا تنوع زبان برای این سایت خوب است؟</a:t>
            </a:r>
          </a:p>
        </p:txBody>
      </p:sp>
      <p:sp>
        <p:nvSpPr>
          <p:cNvPr id="7" name="TextBox 6">
            <a:extLst>
              <a:ext uri="{FF2B5EF4-FFF2-40B4-BE49-F238E27FC236}">
                <a16:creationId xmlns:a16="http://schemas.microsoft.com/office/drawing/2014/main" id="{A027F361-8CCF-4369-991B-5EDDB60C12DE}"/>
              </a:ext>
            </a:extLst>
          </p:cNvPr>
          <p:cNvSpPr txBox="1"/>
          <p:nvPr/>
        </p:nvSpPr>
        <p:spPr>
          <a:xfrm>
            <a:off x="2109930" y="-2895602"/>
            <a:ext cx="7957628" cy="646331"/>
          </a:xfrm>
          <a:prstGeom prst="rect">
            <a:avLst/>
          </a:prstGeom>
          <a:noFill/>
        </p:spPr>
        <p:txBody>
          <a:bodyPr wrap="none" rtlCol="1">
            <a:spAutoFit/>
          </a:bodyPr>
          <a:lstStyle/>
          <a:p>
            <a:r>
              <a:rPr lang="fa-IR" sz="3600" dirty="0">
                <a:solidFill>
                  <a:schemeClr val="bg1"/>
                </a:solidFill>
                <a:latin typeface="Vazirmatn Medium" pitchFamily="2" charset="-78"/>
                <a:cs typeface="Vazirmatn Medium" pitchFamily="2" charset="-78"/>
              </a:rPr>
              <a:t>چه زبان هایی برای این سایت استفاده شده</a:t>
            </a:r>
          </a:p>
        </p:txBody>
      </p:sp>
      <p:graphicFrame>
        <p:nvGraphicFramePr>
          <p:cNvPr id="8" name="Diagram 7">
            <a:extLst>
              <a:ext uri="{FF2B5EF4-FFF2-40B4-BE49-F238E27FC236}">
                <a16:creationId xmlns:a16="http://schemas.microsoft.com/office/drawing/2014/main" id="{879899F4-DDD5-42D0-8D70-51090311BA21}"/>
              </a:ext>
            </a:extLst>
          </p:cNvPr>
          <p:cNvGraphicFramePr/>
          <p:nvPr>
            <p:extLst>
              <p:ext uri="{D42A27DB-BD31-4B8C-83A1-F6EECF244321}">
                <p14:modId xmlns:p14="http://schemas.microsoft.com/office/powerpoint/2010/main" val="2772920748"/>
              </p:ext>
            </p:extLst>
          </p:nvPr>
        </p:nvGraphicFramePr>
        <p:xfrm>
          <a:off x="2109930" y="7763933"/>
          <a:ext cx="6821714" cy="454781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TextBox 2">
            <a:extLst>
              <a:ext uri="{FF2B5EF4-FFF2-40B4-BE49-F238E27FC236}">
                <a16:creationId xmlns:a16="http://schemas.microsoft.com/office/drawing/2014/main" id="{BEF01471-0755-4356-97EF-5133AF5F2285}"/>
              </a:ext>
            </a:extLst>
          </p:cNvPr>
          <p:cNvSpPr txBox="1"/>
          <p:nvPr/>
        </p:nvSpPr>
        <p:spPr>
          <a:xfrm>
            <a:off x="523871" y="2190892"/>
            <a:ext cx="11144258" cy="2062103"/>
          </a:xfrm>
          <a:prstGeom prst="rect">
            <a:avLst/>
          </a:prstGeom>
          <a:noFill/>
        </p:spPr>
        <p:txBody>
          <a:bodyPr wrap="square" rtlCol="1">
            <a:spAutoFit/>
          </a:bodyPr>
          <a:lstStyle/>
          <a:p>
            <a:pPr algn="ctr"/>
            <a:r>
              <a:rPr lang="fa-IR" sz="3200" dirty="0">
                <a:solidFill>
                  <a:schemeClr val="bg1">
                    <a:lumMod val="95000"/>
                  </a:schemeClr>
                </a:solidFill>
                <a:latin typeface="Vazirmatn Light" pitchFamily="2" charset="-78"/>
                <a:cs typeface="Vazirmatn Light" pitchFamily="2" charset="-78"/>
              </a:rPr>
              <a:t>چون که میشود از امکانات بیشتری استفاده کرد اگه این سایت فقط با جاوا اسکریپت نوشته شده بود ما به کتاب خانه ی نامپای دسترسی نداشتیم برای محاسبات جبری یا اگه از جاوا اسکریپت استفاده نمیکردیم نمیتوانستیم نمودار ها را با کتابخانه پلات لی بکشیم</a:t>
            </a:r>
          </a:p>
        </p:txBody>
      </p:sp>
    </p:spTree>
    <p:extLst>
      <p:ext uri="{BB962C8B-B14F-4D97-AF65-F5344CB8AC3E}">
        <p14:creationId xmlns:p14="http://schemas.microsoft.com/office/powerpoint/2010/main" val="236897048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B73C9AC-13F7-8609-45D1-69E3E9B74AA6}"/>
              </a:ext>
            </a:extLst>
          </p:cNvPr>
          <p:cNvPicPr>
            <a:picLocks noChangeAspect="1"/>
          </p:cNvPicPr>
          <p:nvPr/>
        </p:nvPicPr>
        <p:blipFill rotWithShape="1">
          <a:blip r:embed="rId2">
            <a:extLst>
              <a:ext uri="{28A0092B-C50C-407E-A947-70E740481C1C}">
                <a14:useLocalDpi xmlns:a14="http://schemas.microsoft.com/office/drawing/2010/main" val="0"/>
              </a:ext>
            </a:extLst>
          </a:blip>
          <a:srcRect t="7802" b="7802"/>
          <a:stretch/>
        </p:blipFill>
        <p:spPr>
          <a:xfrm>
            <a:off x="0" y="0"/>
            <a:ext cx="12192000" cy="6858000"/>
          </a:xfrm>
          <a:prstGeom prst="rect">
            <a:avLst/>
          </a:prstGeom>
        </p:spPr>
      </p:pic>
      <p:sp>
        <p:nvSpPr>
          <p:cNvPr id="5" name="TextBox 4">
            <a:extLst>
              <a:ext uri="{FF2B5EF4-FFF2-40B4-BE49-F238E27FC236}">
                <a16:creationId xmlns:a16="http://schemas.microsoft.com/office/drawing/2014/main" id="{A3A2E744-CDB1-4F75-90D1-50A7B8492D84}"/>
              </a:ext>
            </a:extLst>
          </p:cNvPr>
          <p:cNvSpPr txBox="1"/>
          <p:nvPr/>
        </p:nvSpPr>
        <p:spPr>
          <a:xfrm>
            <a:off x="2395264" y="638628"/>
            <a:ext cx="7585731" cy="646331"/>
          </a:xfrm>
          <a:prstGeom prst="rect">
            <a:avLst/>
          </a:prstGeom>
          <a:noFill/>
        </p:spPr>
        <p:txBody>
          <a:bodyPr wrap="none" rtlCol="1">
            <a:spAutoFit/>
          </a:bodyPr>
          <a:lstStyle/>
          <a:p>
            <a:r>
              <a:rPr lang="fa-IR" sz="3600" dirty="0">
                <a:solidFill>
                  <a:schemeClr val="bg1"/>
                </a:solidFill>
                <a:latin typeface="Vazirmatn Medium" pitchFamily="2" charset="-78"/>
                <a:cs typeface="Vazirmatn Medium" pitchFamily="2" charset="-78"/>
              </a:rPr>
              <a:t>چرا تنوع زبان برای این سایت خوب است؟</a:t>
            </a:r>
          </a:p>
        </p:txBody>
      </p:sp>
      <p:sp>
        <p:nvSpPr>
          <p:cNvPr id="7" name="TextBox 6">
            <a:extLst>
              <a:ext uri="{FF2B5EF4-FFF2-40B4-BE49-F238E27FC236}">
                <a16:creationId xmlns:a16="http://schemas.microsoft.com/office/drawing/2014/main" id="{A027F361-8CCF-4369-991B-5EDDB60C12DE}"/>
              </a:ext>
            </a:extLst>
          </p:cNvPr>
          <p:cNvSpPr txBox="1"/>
          <p:nvPr/>
        </p:nvSpPr>
        <p:spPr>
          <a:xfrm>
            <a:off x="2109930" y="-2895602"/>
            <a:ext cx="7957628" cy="646331"/>
          </a:xfrm>
          <a:prstGeom prst="rect">
            <a:avLst/>
          </a:prstGeom>
          <a:noFill/>
        </p:spPr>
        <p:txBody>
          <a:bodyPr wrap="none" rtlCol="1">
            <a:spAutoFit/>
          </a:bodyPr>
          <a:lstStyle/>
          <a:p>
            <a:r>
              <a:rPr lang="fa-IR" sz="3600" dirty="0">
                <a:solidFill>
                  <a:schemeClr val="bg1"/>
                </a:solidFill>
                <a:latin typeface="Vazirmatn Medium" pitchFamily="2" charset="-78"/>
                <a:cs typeface="Vazirmatn Medium" pitchFamily="2" charset="-78"/>
              </a:rPr>
              <a:t>چه زبان هایی برای این سایت استفاده شده</a:t>
            </a:r>
          </a:p>
        </p:txBody>
      </p:sp>
      <p:graphicFrame>
        <p:nvGraphicFramePr>
          <p:cNvPr id="8" name="Diagram 7">
            <a:extLst>
              <a:ext uri="{FF2B5EF4-FFF2-40B4-BE49-F238E27FC236}">
                <a16:creationId xmlns:a16="http://schemas.microsoft.com/office/drawing/2014/main" id="{879899F4-DDD5-42D0-8D70-51090311BA21}"/>
              </a:ext>
            </a:extLst>
          </p:cNvPr>
          <p:cNvGraphicFramePr/>
          <p:nvPr/>
        </p:nvGraphicFramePr>
        <p:xfrm>
          <a:off x="2109930" y="7763933"/>
          <a:ext cx="6821714" cy="454781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TextBox 2">
            <a:extLst>
              <a:ext uri="{FF2B5EF4-FFF2-40B4-BE49-F238E27FC236}">
                <a16:creationId xmlns:a16="http://schemas.microsoft.com/office/drawing/2014/main" id="{BEF01471-0755-4356-97EF-5133AF5F2285}"/>
              </a:ext>
            </a:extLst>
          </p:cNvPr>
          <p:cNvSpPr txBox="1"/>
          <p:nvPr/>
        </p:nvSpPr>
        <p:spPr>
          <a:xfrm>
            <a:off x="523871" y="2190892"/>
            <a:ext cx="11144258" cy="2062103"/>
          </a:xfrm>
          <a:prstGeom prst="rect">
            <a:avLst/>
          </a:prstGeom>
          <a:noFill/>
        </p:spPr>
        <p:txBody>
          <a:bodyPr wrap="square" rtlCol="1">
            <a:spAutoFit/>
          </a:bodyPr>
          <a:lstStyle/>
          <a:p>
            <a:pPr algn="ctr"/>
            <a:r>
              <a:rPr lang="fa-IR" sz="3200" dirty="0">
                <a:solidFill>
                  <a:schemeClr val="bg1">
                    <a:lumMod val="95000"/>
                  </a:schemeClr>
                </a:solidFill>
                <a:latin typeface="Vazirmatn Light" pitchFamily="2" charset="-78"/>
                <a:cs typeface="Vazirmatn Light" pitchFamily="2" charset="-78"/>
              </a:rPr>
              <a:t>چون که میشود از امکانات بیشتری استفاده کرد اگه این سایت فقط با جاوا اسکریپت نوشته شده بود ما به کتاب خانه ی نامپای دسترسی نداشتیم برای محاسبات جبری یا اگه از جاوا اسکریپت استفاده نمیکردیم نمیتوانستیم نمودار ها را با کتابخانه پلات لی بکشیم</a:t>
            </a:r>
          </a:p>
        </p:txBody>
      </p:sp>
      <p:sp>
        <p:nvSpPr>
          <p:cNvPr id="9" name="TextBox 8">
            <a:extLst>
              <a:ext uri="{FF2B5EF4-FFF2-40B4-BE49-F238E27FC236}">
                <a16:creationId xmlns:a16="http://schemas.microsoft.com/office/drawing/2014/main" id="{D10E58DE-DF93-4176-B14A-F85D64C97E3A}"/>
              </a:ext>
            </a:extLst>
          </p:cNvPr>
          <p:cNvSpPr txBox="1"/>
          <p:nvPr/>
        </p:nvSpPr>
        <p:spPr>
          <a:xfrm>
            <a:off x="-8264779" y="637169"/>
            <a:ext cx="5955476" cy="1200329"/>
          </a:xfrm>
          <a:prstGeom prst="rect">
            <a:avLst/>
          </a:prstGeom>
          <a:noFill/>
        </p:spPr>
        <p:txBody>
          <a:bodyPr wrap="none" rtlCol="1">
            <a:spAutoFit/>
          </a:bodyPr>
          <a:lstStyle/>
          <a:p>
            <a:pPr algn="ctr"/>
            <a:r>
              <a:rPr lang="fa-IR" sz="3600" dirty="0">
                <a:solidFill>
                  <a:schemeClr val="bg1"/>
                </a:solidFill>
                <a:latin typeface="Vazirmatn Medium" pitchFamily="2" charset="-78"/>
                <a:cs typeface="Vazirmatn Medium" pitchFamily="2" charset="-78"/>
              </a:rPr>
              <a:t>چه فریمورک یا کتاب خانه هایی </a:t>
            </a:r>
          </a:p>
          <a:p>
            <a:pPr algn="ctr"/>
            <a:r>
              <a:rPr lang="fa-IR" sz="3600" dirty="0">
                <a:solidFill>
                  <a:schemeClr val="bg1"/>
                </a:solidFill>
                <a:latin typeface="Vazirmatn Medium" pitchFamily="2" charset="-78"/>
                <a:cs typeface="Vazirmatn Medium" pitchFamily="2" charset="-78"/>
              </a:rPr>
              <a:t>برای این سایت استفاده شدند</a:t>
            </a:r>
          </a:p>
        </p:txBody>
      </p:sp>
      <p:graphicFrame>
        <p:nvGraphicFramePr>
          <p:cNvPr id="10" name="Diagram 9">
            <a:extLst>
              <a:ext uri="{FF2B5EF4-FFF2-40B4-BE49-F238E27FC236}">
                <a16:creationId xmlns:a16="http://schemas.microsoft.com/office/drawing/2014/main" id="{AFFC7A1A-BA9D-45E9-820F-AB48927F68E3}"/>
              </a:ext>
            </a:extLst>
          </p:cNvPr>
          <p:cNvGraphicFramePr/>
          <p:nvPr>
            <p:extLst>
              <p:ext uri="{D42A27DB-BD31-4B8C-83A1-F6EECF244321}">
                <p14:modId xmlns:p14="http://schemas.microsoft.com/office/powerpoint/2010/main" val="854076801"/>
              </p:ext>
            </p:extLst>
          </p:nvPr>
        </p:nvGraphicFramePr>
        <p:xfrm>
          <a:off x="-8985378" y="1885123"/>
          <a:ext cx="8235583" cy="4814358"/>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
        <p:nvSpPr>
          <p:cNvPr id="11" name="TextBox 10">
            <a:extLst>
              <a:ext uri="{FF2B5EF4-FFF2-40B4-BE49-F238E27FC236}">
                <a16:creationId xmlns:a16="http://schemas.microsoft.com/office/drawing/2014/main" id="{E46D4030-A027-4EF6-B291-E08C8D276FF1}"/>
              </a:ext>
            </a:extLst>
          </p:cNvPr>
          <p:cNvSpPr txBox="1"/>
          <p:nvPr/>
        </p:nvSpPr>
        <p:spPr>
          <a:xfrm>
            <a:off x="-8857156" y="2580429"/>
            <a:ext cx="1165704" cy="584775"/>
          </a:xfrm>
          <a:prstGeom prst="rect">
            <a:avLst/>
          </a:prstGeom>
          <a:noFill/>
        </p:spPr>
        <p:txBody>
          <a:bodyPr wrap="none" rtlCol="1">
            <a:spAutoFit/>
          </a:bodyPr>
          <a:lstStyle/>
          <a:p>
            <a:r>
              <a:rPr lang="en-US" sz="3200" dirty="0" err="1">
                <a:latin typeface="Vazirmatn Light" pitchFamily="2" charset="-78"/>
                <a:cs typeface="Vazirmatn Light" pitchFamily="2" charset="-78"/>
              </a:rPr>
              <a:t>plotly</a:t>
            </a:r>
            <a:endParaRPr lang="fa-IR" sz="3200" dirty="0">
              <a:latin typeface="Vazirmatn Light" pitchFamily="2" charset="-78"/>
              <a:cs typeface="Vazirmatn Light" pitchFamily="2" charset="-78"/>
            </a:endParaRPr>
          </a:p>
        </p:txBody>
      </p:sp>
      <p:sp>
        <p:nvSpPr>
          <p:cNvPr id="12" name="TextBox 11">
            <a:extLst>
              <a:ext uri="{FF2B5EF4-FFF2-40B4-BE49-F238E27FC236}">
                <a16:creationId xmlns:a16="http://schemas.microsoft.com/office/drawing/2014/main" id="{BF521D74-C794-4B41-91BA-5CE79818A579}"/>
              </a:ext>
            </a:extLst>
          </p:cNvPr>
          <p:cNvSpPr txBox="1"/>
          <p:nvPr/>
        </p:nvSpPr>
        <p:spPr>
          <a:xfrm>
            <a:off x="-8445628" y="4003386"/>
            <a:ext cx="1056700" cy="584775"/>
          </a:xfrm>
          <a:prstGeom prst="rect">
            <a:avLst/>
          </a:prstGeom>
          <a:noFill/>
        </p:spPr>
        <p:txBody>
          <a:bodyPr wrap="none" rtlCol="1">
            <a:spAutoFit/>
          </a:bodyPr>
          <a:lstStyle/>
          <a:p>
            <a:r>
              <a:rPr lang="en-US" sz="3200" dirty="0">
                <a:latin typeface="Vazirmatn Light" pitchFamily="2" charset="-78"/>
                <a:cs typeface="Vazirmatn Light" pitchFamily="2" charset="-78"/>
              </a:rPr>
              <a:t>flask</a:t>
            </a:r>
            <a:endParaRPr lang="fa-IR" sz="3200" dirty="0">
              <a:latin typeface="Vazirmatn Light" pitchFamily="2" charset="-78"/>
              <a:cs typeface="Vazirmatn Light" pitchFamily="2" charset="-78"/>
            </a:endParaRPr>
          </a:p>
        </p:txBody>
      </p:sp>
      <p:sp>
        <p:nvSpPr>
          <p:cNvPr id="13" name="TextBox 12">
            <a:extLst>
              <a:ext uri="{FF2B5EF4-FFF2-40B4-BE49-F238E27FC236}">
                <a16:creationId xmlns:a16="http://schemas.microsoft.com/office/drawing/2014/main" id="{640A6E25-63D6-40D1-8548-65FFCE3E4699}"/>
              </a:ext>
            </a:extLst>
          </p:cNvPr>
          <p:cNvSpPr txBox="1"/>
          <p:nvPr/>
        </p:nvSpPr>
        <p:spPr>
          <a:xfrm>
            <a:off x="-8926498" y="5479048"/>
            <a:ext cx="1266693" cy="523220"/>
          </a:xfrm>
          <a:prstGeom prst="rect">
            <a:avLst/>
          </a:prstGeom>
          <a:noFill/>
        </p:spPr>
        <p:txBody>
          <a:bodyPr wrap="none" rtlCol="1">
            <a:spAutoFit/>
          </a:bodyPr>
          <a:lstStyle/>
          <a:p>
            <a:r>
              <a:rPr lang="en-US" sz="2800" dirty="0" err="1">
                <a:latin typeface="Vazirmatn Light" pitchFamily="2" charset="-78"/>
                <a:cs typeface="Vazirmatn Light" pitchFamily="2" charset="-78"/>
              </a:rPr>
              <a:t>numpy</a:t>
            </a:r>
            <a:endParaRPr lang="fa-IR" sz="2800" dirty="0">
              <a:latin typeface="Vazirmatn Light" pitchFamily="2" charset="-78"/>
              <a:cs typeface="Vazirmatn Light" pitchFamily="2" charset="-78"/>
            </a:endParaRPr>
          </a:p>
        </p:txBody>
      </p:sp>
    </p:spTree>
    <p:extLst>
      <p:ext uri="{BB962C8B-B14F-4D97-AF65-F5344CB8AC3E}">
        <p14:creationId xmlns:p14="http://schemas.microsoft.com/office/powerpoint/2010/main" val="279062240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B73C9AC-13F7-8609-45D1-69E3E9B74AA6}"/>
              </a:ext>
            </a:extLst>
          </p:cNvPr>
          <p:cNvPicPr>
            <a:picLocks noChangeAspect="1"/>
          </p:cNvPicPr>
          <p:nvPr/>
        </p:nvPicPr>
        <p:blipFill rotWithShape="1">
          <a:blip r:embed="rId2">
            <a:extLst>
              <a:ext uri="{28A0092B-C50C-407E-A947-70E740481C1C}">
                <a14:useLocalDpi xmlns:a14="http://schemas.microsoft.com/office/drawing/2010/main" val="0"/>
              </a:ext>
            </a:extLst>
          </a:blip>
          <a:srcRect t="7802" b="7802"/>
          <a:stretch/>
        </p:blipFill>
        <p:spPr>
          <a:xfrm>
            <a:off x="0" y="0"/>
            <a:ext cx="12192000" cy="6858000"/>
          </a:xfrm>
          <a:prstGeom prst="rect">
            <a:avLst/>
          </a:prstGeom>
        </p:spPr>
      </p:pic>
      <p:sp>
        <p:nvSpPr>
          <p:cNvPr id="5" name="TextBox 4">
            <a:extLst>
              <a:ext uri="{FF2B5EF4-FFF2-40B4-BE49-F238E27FC236}">
                <a16:creationId xmlns:a16="http://schemas.microsoft.com/office/drawing/2014/main" id="{A3A2E744-CDB1-4F75-90D1-50A7B8492D84}"/>
              </a:ext>
            </a:extLst>
          </p:cNvPr>
          <p:cNvSpPr txBox="1"/>
          <p:nvPr/>
        </p:nvSpPr>
        <p:spPr>
          <a:xfrm>
            <a:off x="2857375" y="637169"/>
            <a:ext cx="5955476" cy="1200329"/>
          </a:xfrm>
          <a:prstGeom prst="rect">
            <a:avLst/>
          </a:prstGeom>
          <a:noFill/>
        </p:spPr>
        <p:txBody>
          <a:bodyPr wrap="none" rtlCol="1">
            <a:spAutoFit/>
          </a:bodyPr>
          <a:lstStyle/>
          <a:p>
            <a:pPr algn="ctr"/>
            <a:r>
              <a:rPr lang="fa-IR" sz="3600" dirty="0">
                <a:solidFill>
                  <a:schemeClr val="bg1"/>
                </a:solidFill>
                <a:latin typeface="Vazirmatn Medium" pitchFamily="2" charset="-78"/>
                <a:cs typeface="Vazirmatn Medium" pitchFamily="2" charset="-78"/>
              </a:rPr>
              <a:t>چه فریمورک یا کتاب خانه هایی </a:t>
            </a:r>
          </a:p>
          <a:p>
            <a:pPr algn="ctr"/>
            <a:r>
              <a:rPr lang="fa-IR" sz="3600" dirty="0">
                <a:solidFill>
                  <a:schemeClr val="bg1"/>
                </a:solidFill>
                <a:latin typeface="Vazirmatn Medium" pitchFamily="2" charset="-78"/>
                <a:cs typeface="Vazirmatn Medium" pitchFamily="2" charset="-78"/>
              </a:rPr>
              <a:t>برای این سایت استفاده شدند</a:t>
            </a:r>
          </a:p>
        </p:txBody>
      </p:sp>
      <p:graphicFrame>
        <p:nvGraphicFramePr>
          <p:cNvPr id="6" name="Diagram 5">
            <a:extLst>
              <a:ext uri="{FF2B5EF4-FFF2-40B4-BE49-F238E27FC236}">
                <a16:creationId xmlns:a16="http://schemas.microsoft.com/office/drawing/2014/main" id="{83B45B70-A295-4EEF-83AB-78D003FB3FDA}"/>
              </a:ext>
            </a:extLst>
          </p:cNvPr>
          <p:cNvGraphicFramePr/>
          <p:nvPr>
            <p:extLst>
              <p:ext uri="{D42A27DB-BD31-4B8C-83A1-F6EECF244321}">
                <p14:modId xmlns:p14="http://schemas.microsoft.com/office/powerpoint/2010/main" val="1760242168"/>
              </p:ext>
            </p:extLst>
          </p:nvPr>
        </p:nvGraphicFramePr>
        <p:xfrm>
          <a:off x="1831975" y="1885123"/>
          <a:ext cx="8235583" cy="481435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0" name="TextBox 9">
            <a:extLst>
              <a:ext uri="{FF2B5EF4-FFF2-40B4-BE49-F238E27FC236}">
                <a16:creationId xmlns:a16="http://schemas.microsoft.com/office/drawing/2014/main" id="{15F36F7B-EE6F-4373-8666-482D8BE9C4FF}"/>
              </a:ext>
            </a:extLst>
          </p:cNvPr>
          <p:cNvSpPr txBox="1"/>
          <p:nvPr/>
        </p:nvSpPr>
        <p:spPr>
          <a:xfrm>
            <a:off x="1960197" y="2580429"/>
            <a:ext cx="1165704" cy="584775"/>
          </a:xfrm>
          <a:prstGeom prst="rect">
            <a:avLst/>
          </a:prstGeom>
          <a:noFill/>
        </p:spPr>
        <p:txBody>
          <a:bodyPr wrap="none" rtlCol="1">
            <a:spAutoFit/>
          </a:bodyPr>
          <a:lstStyle/>
          <a:p>
            <a:r>
              <a:rPr lang="en-US" sz="3200" dirty="0" err="1">
                <a:latin typeface="Vazirmatn Light" pitchFamily="2" charset="-78"/>
                <a:cs typeface="Vazirmatn Light" pitchFamily="2" charset="-78"/>
              </a:rPr>
              <a:t>plotly</a:t>
            </a:r>
            <a:endParaRPr lang="fa-IR" sz="3200" dirty="0">
              <a:latin typeface="Vazirmatn Light" pitchFamily="2" charset="-78"/>
              <a:cs typeface="Vazirmatn Light" pitchFamily="2" charset="-78"/>
            </a:endParaRPr>
          </a:p>
        </p:txBody>
      </p:sp>
      <p:sp>
        <p:nvSpPr>
          <p:cNvPr id="11" name="TextBox 10">
            <a:extLst>
              <a:ext uri="{FF2B5EF4-FFF2-40B4-BE49-F238E27FC236}">
                <a16:creationId xmlns:a16="http://schemas.microsoft.com/office/drawing/2014/main" id="{893A83DE-AC2F-4844-A6AC-5F90E2AFB79E}"/>
              </a:ext>
            </a:extLst>
          </p:cNvPr>
          <p:cNvSpPr txBox="1"/>
          <p:nvPr/>
        </p:nvSpPr>
        <p:spPr>
          <a:xfrm>
            <a:off x="2371725" y="4003386"/>
            <a:ext cx="1056700" cy="584775"/>
          </a:xfrm>
          <a:prstGeom prst="rect">
            <a:avLst/>
          </a:prstGeom>
          <a:noFill/>
        </p:spPr>
        <p:txBody>
          <a:bodyPr wrap="none" rtlCol="1">
            <a:spAutoFit/>
          </a:bodyPr>
          <a:lstStyle/>
          <a:p>
            <a:r>
              <a:rPr lang="en-US" sz="3200" dirty="0">
                <a:latin typeface="Vazirmatn Light" pitchFamily="2" charset="-78"/>
                <a:cs typeface="Vazirmatn Light" pitchFamily="2" charset="-78"/>
              </a:rPr>
              <a:t>flask</a:t>
            </a:r>
            <a:endParaRPr lang="fa-IR" sz="3200" dirty="0">
              <a:latin typeface="Vazirmatn Light" pitchFamily="2" charset="-78"/>
              <a:cs typeface="Vazirmatn Light" pitchFamily="2" charset="-78"/>
            </a:endParaRPr>
          </a:p>
        </p:txBody>
      </p:sp>
      <p:sp>
        <p:nvSpPr>
          <p:cNvPr id="12" name="TextBox 11">
            <a:extLst>
              <a:ext uri="{FF2B5EF4-FFF2-40B4-BE49-F238E27FC236}">
                <a16:creationId xmlns:a16="http://schemas.microsoft.com/office/drawing/2014/main" id="{1C21EB54-1A25-44E8-AE30-F6DB854BA6B4}"/>
              </a:ext>
            </a:extLst>
          </p:cNvPr>
          <p:cNvSpPr txBox="1"/>
          <p:nvPr/>
        </p:nvSpPr>
        <p:spPr>
          <a:xfrm>
            <a:off x="1890855" y="5479048"/>
            <a:ext cx="1266693" cy="523220"/>
          </a:xfrm>
          <a:prstGeom prst="rect">
            <a:avLst/>
          </a:prstGeom>
          <a:noFill/>
        </p:spPr>
        <p:txBody>
          <a:bodyPr wrap="none" rtlCol="1">
            <a:spAutoFit/>
          </a:bodyPr>
          <a:lstStyle/>
          <a:p>
            <a:r>
              <a:rPr lang="en-US" sz="2800" dirty="0" err="1">
                <a:latin typeface="Vazirmatn Light" pitchFamily="2" charset="-78"/>
                <a:cs typeface="Vazirmatn Light" pitchFamily="2" charset="-78"/>
              </a:rPr>
              <a:t>numpy</a:t>
            </a:r>
            <a:endParaRPr lang="fa-IR" sz="2800" dirty="0">
              <a:latin typeface="Vazirmatn Light" pitchFamily="2" charset="-78"/>
              <a:cs typeface="Vazirmatn Light" pitchFamily="2" charset="-78"/>
            </a:endParaRPr>
          </a:p>
        </p:txBody>
      </p:sp>
      <p:sp>
        <p:nvSpPr>
          <p:cNvPr id="13" name="TextBox 12">
            <a:extLst>
              <a:ext uri="{FF2B5EF4-FFF2-40B4-BE49-F238E27FC236}">
                <a16:creationId xmlns:a16="http://schemas.microsoft.com/office/drawing/2014/main" id="{AC651C50-7936-40AB-8A76-226F6C14CE29}"/>
              </a:ext>
            </a:extLst>
          </p:cNvPr>
          <p:cNvSpPr txBox="1"/>
          <p:nvPr/>
        </p:nvSpPr>
        <p:spPr>
          <a:xfrm>
            <a:off x="-9939956" y="638628"/>
            <a:ext cx="7585731" cy="646331"/>
          </a:xfrm>
          <a:prstGeom prst="rect">
            <a:avLst/>
          </a:prstGeom>
          <a:noFill/>
        </p:spPr>
        <p:txBody>
          <a:bodyPr wrap="none" rtlCol="1">
            <a:spAutoFit/>
          </a:bodyPr>
          <a:lstStyle/>
          <a:p>
            <a:r>
              <a:rPr lang="fa-IR" sz="3600" dirty="0">
                <a:solidFill>
                  <a:schemeClr val="bg1"/>
                </a:solidFill>
                <a:latin typeface="Vazirmatn Medium" pitchFamily="2" charset="-78"/>
                <a:cs typeface="Vazirmatn Medium" pitchFamily="2" charset="-78"/>
              </a:rPr>
              <a:t>چرا تنوع زبان برای این سایت خوب است؟</a:t>
            </a:r>
          </a:p>
        </p:txBody>
      </p:sp>
      <p:sp>
        <p:nvSpPr>
          <p:cNvPr id="14" name="TextBox 13">
            <a:extLst>
              <a:ext uri="{FF2B5EF4-FFF2-40B4-BE49-F238E27FC236}">
                <a16:creationId xmlns:a16="http://schemas.microsoft.com/office/drawing/2014/main" id="{35BED1A2-108E-4727-B005-C136B67E53B0}"/>
              </a:ext>
            </a:extLst>
          </p:cNvPr>
          <p:cNvSpPr txBox="1"/>
          <p:nvPr/>
        </p:nvSpPr>
        <p:spPr>
          <a:xfrm>
            <a:off x="-11811349" y="2190892"/>
            <a:ext cx="11144258" cy="2062103"/>
          </a:xfrm>
          <a:prstGeom prst="rect">
            <a:avLst/>
          </a:prstGeom>
          <a:noFill/>
        </p:spPr>
        <p:txBody>
          <a:bodyPr wrap="square" rtlCol="1">
            <a:spAutoFit/>
          </a:bodyPr>
          <a:lstStyle/>
          <a:p>
            <a:pPr algn="ctr"/>
            <a:r>
              <a:rPr lang="fa-IR" sz="3200" dirty="0">
                <a:solidFill>
                  <a:schemeClr val="bg1">
                    <a:lumMod val="95000"/>
                  </a:schemeClr>
                </a:solidFill>
                <a:latin typeface="Vazirmatn Light" pitchFamily="2" charset="-78"/>
                <a:cs typeface="Vazirmatn Light" pitchFamily="2" charset="-78"/>
              </a:rPr>
              <a:t>چون که میشود از امکانات بیشتری استفاده کرد اگه این سایت فقط با جاوا اسکریپت نوشته شده بود ما به کتاب خانه ی نامپای دسترسی نداشتیم برای محاسبات جبری یا اگه از جاوا اسکریپت استفاده نمیکردیم نمیتوانستیم نمودار ها را با کتابخانه پلات لی بکشیم</a:t>
            </a:r>
          </a:p>
        </p:txBody>
      </p:sp>
      <p:sp>
        <p:nvSpPr>
          <p:cNvPr id="17" name="TextBox 16">
            <a:extLst>
              <a:ext uri="{FF2B5EF4-FFF2-40B4-BE49-F238E27FC236}">
                <a16:creationId xmlns:a16="http://schemas.microsoft.com/office/drawing/2014/main" id="{C0418B27-12B4-452F-AC19-A87871843F15}"/>
              </a:ext>
            </a:extLst>
          </p:cNvPr>
          <p:cNvSpPr txBox="1"/>
          <p:nvPr/>
        </p:nvSpPr>
        <p:spPr>
          <a:xfrm>
            <a:off x="16011875" y="531388"/>
            <a:ext cx="7447873" cy="646331"/>
          </a:xfrm>
          <a:prstGeom prst="rect">
            <a:avLst/>
          </a:prstGeom>
          <a:noFill/>
        </p:spPr>
        <p:txBody>
          <a:bodyPr wrap="none" rtlCol="1">
            <a:spAutoFit/>
          </a:bodyPr>
          <a:lstStyle/>
          <a:p>
            <a:pPr algn="ctr"/>
            <a:r>
              <a:rPr lang="fa-IR" sz="3600" dirty="0">
                <a:solidFill>
                  <a:schemeClr val="bg1"/>
                </a:solidFill>
                <a:latin typeface="Vazirmatn Medium" pitchFamily="2" charset="-78"/>
                <a:cs typeface="Vazirmatn Medium" pitchFamily="2" charset="-78"/>
              </a:rPr>
              <a:t>چه سایت هایی با فلسک نوشته شده اند</a:t>
            </a:r>
          </a:p>
        </p:txBody>
      </p:sp>
      <p:pic>
        <p:nvPicPr>
          <p:cNvPr id="18" name="Picture 17">
            <a:extLst>
              <a:ext uri="{FF2B5EF4-FFF2-40B4-BE49-F238E27FC236}">
                <a16:creationId xmlns:a16="http://schemas.microsoft.com/office/drawing/2014/main" id="{D37330C1-7F6A-4E4C-9AED-5CFD2FDDCC4A}"/>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9735800" y="2441101"/>
            <a:ext cx="5176790" cy="1576758"/>
          </a:xfrm>
          <a:prstGeom prst="rect">
            <a:avLst/>
          </a:prstGeom>
        </p:spPr>
      </p:pic>
      <p:pic>
        <p:nvPicPr>
          <p:cNvPr id="19" name="Graphic 18">
            <a:extLst>
              <a:ext uri="{FF2B5EF4-FFF2-40B4-BE49-F238E27FC236}">
                <a16:creationId xmlns:a16="http://schemas.microsoft.com/office/drawing/2014/main" id="{DBBF7C84-B37C-4295-8A17-4AC8BB18D183}"/>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13246679" y="935399"/>
            <a:ext cx="6882242" cy="4588161"/>
          </a:xfrm>
          <a:prstGeom prst="rect">
            <a:avLst/>
          </a:prstGeom>
        </p:spPr>
      </p:pic>
    </p:spTree>
    <p:extLst>
      <p:ext uri="{BB962C8B-B14F-4D97-AF65-F5344CB8AC3E}">
        <p14:creationId xmlns:p14="http://schemas.microsoft.com/office/powerpoint/2010/main" val="221455045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B73C9AC-13F7-8609-45D1-69E3E9B74AA6}"/>
              </a:ext>
            </a:extLst>
          </p:cNvPr>
          <p:cNvPicPr>
            <a:picLocks noChangeAspect="1"/>
          </p:cNvPicPr>
          <p:nvPr/>
        </p:nvPicPr>
        <p:blipFill rotWithShape="1">
          <a:blip r:embed="rId2">
            <a:extLst>
              <a:ext uri="{28A0092B-C50C-407E-A947-70E740481C1C}">
                <a14:useLocalDpi xmlns:a14="http://schemas.microsoft.com/office/drawing/2010/main" val="0"/>
              </a:ext>
            </a:extLst>
          </a:blip>
          <a:srcRect t="7802" b="7802"/>
          <a:stretch/>
        </p:blipFill>
        <p:spPr>
          <a:xfrm>
            <a:off x="0" y="0"/>
            <a:ext cx="12192000" cy="6858000"/>
          </a:xfrm>
          <a:prstGeom prst="rect">
            <a:avLst/>
          </a:prstGeom>
        </p:spPr>
      </p:pic>
      <p:sp>
        <p:nvSpPr>
          <p:cNvPr id="5" name="TextBox 4">
            <a:extLst>
              <a:ext uri="{FF2B5EF4-FFF2-40B4-BE49-F238E27FC236}">
                <a16:creationId xmlns:a16="http://schemas.microsoft.com/office/drawing/2014/main" id="{A3A2E744-CDB1-4F75-90D1-50A7B8492D84}"/>
              </a:ext>
            </a:extLst>
          </p:cNvPr>
          <p:cNvSpPr txBox="1"/>
          <p:nvPr/>
        </p:nvSpPr>
        <p:spPr>
          <a:xfrm>
            <a:off x="-10687175" y="637169"/>
            <a:ext cx="5955476" cy="1200329"/>
          </a:xfrm>
          <a:prstGeom prst="rect">
            <a:avLst/>
          </a:prstGeom>
          <a:noFill/>
        </p:spPr>
        <p:txBody>
          <a:bodyPr wrap="none" rtlCol="1">
            <a:spAutoFit/>
          </a:bodyPr>
          <a:lstStyle/>
          <a:p>
            <a:pPr algn="ctr"/>
            <a:r>
              <a:rPr lang="fa-IR" sz="3600" dirty="0">
                <a:solidFill>
                  <a:schemeClr val="bg1"/>
                </a:solidFill>
                <a:latin typeface="Vazirmatn Medium" pitchFamily="2" charset="-78"/>
                <a:cs typeface="Vazirmatn Medium" pitchFamily="2" charset="-78"/>
              </a:rPr>
              <a:t>چه فریمورک یا کتاب خانه هایی </a:t>
            </a:r>
          </a:p>
          <a:p>
            <a:pPr algn="ctr"/>
            <a:r>
              <a:rPr lang="fa-IR" sz="3600" dirty="0">
                <a:solidFill>
                  <a:schemeClr val="bg1"/>
                </a:solidFill>
                <a:latin typeface="Vazirmatn Medium" pitchFamily="2" charset="-78"/>
                <a:cs typeface="Vazirmatn Medium" pitchFamily="2" charset="-78"/>
              </a:rPr>
              <a:t>برای این سایت استفاده شدند</a:t>
            </a:r>
          </a:p>
        </p:txBody>
      </p:sp>
      <p:graphicFrame>
        <p:nvGraphicFramePr>
          <p:cNvPr id="6" name="Diagram 5">
            <a:extLst>
              <a:ext uri="{FF2B5EF4-FFF2-40B4-BE49-F238E27FC236}">
                <a16:creationId xmlns:a16="http://schemas.microsoft.com/office/drawing/2014/main" id="{83B45B70-A295-4EEF-83AB-78D003FB3FDA}"/>
              </a:ext>
            </a:extLst>
          </p:cNvPr>
          <p:cNvGraphicFramePr/>
          <p:nvPr>
            <p:extLst>
              <p:ext uri="{D42A27DB-BD31-4B8C-83A1-F6EECF244321}">
                <p14:modId xmlns:p14="http://schemas.microsoft.com/office/powerpoint/2010/main" val="3404980225"/>
              </p:ext>
            </p:extLst>
          </p:nvPr>
        </p:nvGraphicFramePr>
        <p:xfrm>
          <a:off x="-11712575" y="1885123"/>
          <a:ext cx="8235583" cy="481435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0" name="TextBox 9">
            <a:extLst>
              <a:ext uri="{FF2B5EF4-FFF2-40B4-BE49-F238E27FC236}">
                <a16:creationId xmlns:a16="http://schemas.microsoft.com/office/drawing/2014/main" id="{15F36F7B-EE6F-4373-8666-482D8BE9C4FF}"/>
              </a:ext>
            </a:extLst>
          </p:cNvPr>
          <p:cNvSpPr txBox="1"/>
          <p:nvPr/>
        </p:nvSpPr>
        <p:spPr>
          <a:xfrm>
            <a:off x="-11584353" y="2580429"/>
            <a:ext cx="1165704" cy="584775"/>
          </a:xfrm>
          <a:prstGeom prst="rect">
            <a:avLst/>
          </a:prstGeom>
          <a:noFill/>
        </p:spPr>
        <p:txBody>
          <a:bodyPr wrap="none" rtlCol="1">
            <a:spAutoFit/>
          </a:bodyPr>
          <a:lstStyle/>
          <a:p>
            <a:r>
              <a:rPr lang="en-US" sz="3200" dirty="0" err="1">
                <a:latin typeface="Vazirmatn Light" pitchFamily="2" charset="-78"/>
                <a:cs typeface="Vazirmatn Light" pitchFamily="2" charset="-78"/>
              </a:rPr>
              <a:t>plotly</a:t>
            </a:r>
            <a:endParaRPr lang="fa-IR" sz="3200" dirty="0">
              <a:latin typeface="Vazirmatn Light" pitchFamily="2" charset="-78"/>
              <a:cs typeface="Vazirmatn Light" pitchFamily="2" charset="-78"/>
            </a:endParaRPr>
          </a:p>
        </p:txBody>
      </p:sp>
      <p:sp>
        <p:nvSpPr>
          <p:cNvPr id="11" name="TextBox 10">
            <a:extLst>
              <a:ext uri="{FF2B5EF4-FFF2-40B4-BE49-F238E27FC236}">
                <a16:creationId xmlns:a16="http://schemas.microsoft.com/office/drawing/2014/main" id="{893A83DE-AC2F-4844-A6AC-5F90E2AFB79E}"/>
              </a:ext>
            </a:extLst>
          </p:cNvPr>
          <p:cNvSpPr txBox="1"/>
          <p:nvPr/>
        </p:nvSpPr>
        <p:spPr>
          <a:xfrm>
            <a:off x="-11172825" y="4003386"/>
            <a:ext cx="1056700" cy="584775"/>
          </a:xfrm>
          <a:prstGeom prst="rect">
            <a:avLst/>
          </a:prstGeom>
          <a:noFill/>
        </p:spPr>
        <p:txBody>
          <a:bodyPr wrap="none" rtlCol="1">
            <a:spAutoFit/>
          </a:bodyPr>
          <a:lstStyle/>
          <a:p>
            <a:r>
              <a:rPr lang="en-US" sz="3200" dirty="0">
                <a:latin typeface="Vazirmatn Light" pitchFamily="2" charset="-78"/>
                <a:cs typeface="Vazirmatn Light" pitchFamily="2" charset="-78"/>
              </a:rPr>
              <a:t>flask</a:t>
            </a:r>
            <a:endParaRPr lang="fa-IR" sz="3200" dirty="0">
              <a:latin typeface="Vazirmatn Light" pitchFamily="2" charset="-78"/>
              <a:cs typeface="Vazirmatn Light" pitchFamily="2" charset="-78"/>
            </a:endParaRPr>
          </a:p>
        </p:txBody>
      </p:sp>
      <p:sp>
        <p:nvSpPr>
          <p:cNvPr id="12" name="TextBox 11">
            <a:extLst>
              <a:ext uri="{FF2B5EF4-FFF2-40B4-BE49-F238E27FC236}">
                <a16:creationId xmlns:a16="http://schemas.microsoft.com/office/drawing/2014/main" id="{1C21EB54-1A25-44E8-AE30-F6DB854BA6B4}"/>
              </a:ext>
            </a:extLst>
          </p:cNvPr>
          <p:cNvSpPr txBox="1"/>
          <p:nvPr/>
        </p:nvSpPr>
        <p:spPr>
          <a:xfrm>
            <a:off x="-11653695" y="5479048"/>
            <a:ext cx="1266693" cy="523220"/>
          </a:xfrm>
          <a:prstGeom prst="rect">
            <a:avLst/>
          </a:prstGeom>
          <a:noFill/>
        </p:spPr>
        <p:txBody>
          <a:bodyPr wrap="none" rtlCol="1">
            <a:spAutoFit/>
          </a:bodyPr>
          <a:lstStyle/>
          <a:p>
            <a:r>
              <a:rPr lang="en-US" sz="2800" dirty="0" err="1">
                <a:latin typeface="Vazirmatn Light" pitchFamily="2" charset="-78"/>
                <a:cs typeface="Vazirmatn Light" pitchFamily="2" charset="-78"/>
              </a:rPr>
              <a:t>numpy</a:t>
            </a:r>
            <a:endParaRPr lang="fa-IR" sz="2800" dirty="0">
              <a:latin typeface="Vazirmatn Light" pitchFamily="2" charset="-78"/>
              <a:cs typeface="Vazirmatn Light" pitchFamily="2" charset="-78"/>
            </a:endParaRPr>
          </a:p>
        </p:txBody>
      </p:sp>
      <p:sp>
        <p:nvSpPr>
          <p:cNvPr id="15" name="TextBox 14">
            <a:extLst>
              <a:ext uri="{FF2B5EF4-FFF2-40B4-BE49-F238E27FC236}">
                <a16:creationId xmlns:a16="http://schemas.microsoft.com/office/drawing/2014/main" id="{0A07350C-2519-462D-849C-92C69C1DF0F0}"/>
              </a:ext>
            </a:extLst>
          </p:cNvPr>
          <p:cNvSpPr txBox="1"/>
          <p:nvPr/>
        </p:nvSpPr>
        <p:spPr>
          <a:xfrm>
            <a:off x="4614589" y="-3648250"/>
            <a:ext cx="2488182" cy="646331"/>
          </a:xfrm>
          <a:prstGeom prst="rect">
            <a:avLst/>
          </a:prstGeom>
          <a:noFill/>
        </p:spPr>
        <p:txBody>
          <a:bodyPr wrap="none" rtlCol="1">
            <a:spAutoFit/>
          </a:bodyPr>
          <a:lstStyle/>
          <a:p>
            <a:r>
              <a:rPr lang="fa-IR" sz="3600" dirty="0">
                <a:solidFill>
                  <a:schemeClr val="bg1"/>
                </a:solidFill>
                <a:latin typeface="Vazirmatn Medium" pitchFamily="2" charset="-78"/>
                <a:cs typeface="Vazirmatn Medium" pitchFamily="2" charset="-78"/>
              </a:rPr>
              <a:t>امنیت سایت</a:t>
            </a:r>
          </a:p>
        </p:txBody>
      </p:sp>
      <p:sp>
        <p:nvSpPr>
          <p:cNvPr id="16" name="TextBox 15">
            <a:extLst>
              <a:ext uri="{FF2B5EF4-FFF2-40B4-BE49-F238E27FC236}">
                <a16:creationId xmlns:a16="http://schemas.microsoft.com/office/drawing/2014/main" id="{5AB34013-21BB-48A4-8A3F-98022F86C865}"/>
              </a:ext>
            </a:extLst>
          </p:cNvPr>
          <p:cNvSpPr txBox="1"/>
          <p:nvPr/>
        </p:nvSpPr>
        <p:spPr>
          <a:xfrm>
            <a:off x="523871" y="-2086461"/>
            <a:ext cx="11144258" cy="1569660"/>
          </a:xfrm>
          <a:prstGeom prst="rect">
            <a:avLst/>
          </a:prstGeom>
          <a:noFill/>
        </p:spPr>
        <p:txBody>
          <a:bodyPr wrap="square" rtlCol="1">
            <a:spAutoFit/>
          </a:bodyPr>
          <a:lstStyle/>
          <a:p>
            <a:pPr algn="ctr"/>
            <a:r>
              <a:rPr lang="fa-IR" sz="3200" dirty="0">
                <a:solidFill>
                  <a:schemeClr val="bg1">
                    <a:lumMod val="95000"/>
                  </a:schemeClr>
                </a:solidFill>
                <a:latin typeface="Vazirmatn Light" pitchFamily="2" charset="-78"/>
                <a:cs typeface="Vazirmatn Light" pitchFamily="2" charset="-78"/>
              </a:rPr>
              <a:t>یک سایت فیزیکی نیاز به امنیت بالایی ندارد ولی ما محاسبات را در سمت سرور انجام داده ایم و در برنامه نویسی سمت سرور نکات امنیتی را در نظر گرفته ایم</a:t>
            </a:r>
          </a:p>
        </p:txBody>
      </p:sp>
      <p:sp>
        <p:nvSpPr>
          <p:cNvPr id="17" name="TextBox 16">
            <a:extLst>
              <a:ext uri="{FF2B5EF4-FFF2-40B4-BE49-F238E27FC236}">
                <a16:creationId xmlns:a16="http://schemas.microsoft.com/office/drawing/2014/main" id="{8CACD1BB-C620-44CF-A226-D339E45CEBC4}"/>
              </a:ext>
            </a:extLst>
          </p:cNvPr>
          <p:cNvSpPr txBox="1"/>
          <p:nvPr/>
        </p:nvSpPr>
        <p:spPr>
          <a:xfrm>
            <a:off x="2372075" y="531388"/>
            <a:ext cx="7447873" cy="646331"/>
          </a:xfrm>
          <a:prstGeom prst="rect">
            <a:avLst/>
          </a:prstGeom>
          <a:noFill/>
        </p:spPr>
        <p:txBody>
          <a:bodyPr wrap="none" rtlCol="1">
            <a:spAutoFit/>
          </a:bodyPr>
          <a:lstStyle/>
          <a:p>
            <a:pPr algn="ctr"/>
            <a:r>
              <a:rPr lang="fa-IR" sz="3600" dirty="0">
                <a:solidFill>
                  <a:schemeClr val="bg1"/>
                </a:solidFill>
                <a:latin typeface="Vazirmatn Medium" pitchFamily="2" charset="-78"/>
                <a:cs typeface="Vazirmatn Medium" pitchFamily="2" charset="-78"/>
              </a:rPr>
              <a:t>چه سایت هایی با فلسک نوشته شده اند</a:t>
            </a:r>
          </a:p>
        </p:txBody>
      </p:sp>
      <p:pic>
        <p:nvPicPr>
          <p:cNvPr id="9" name="Picture 8">
            <a:extLst>
              <a:ext uri="{FF2B5EF4-FFF2-40B4-BE49-F238E27FC236}">
                <a16:creationId xmlns:a16="http://schemas.microsoft.com/office/drawing/2014/main" id="{3F487EDC-E156-4B5B-8F41-D3437E0ED083}"/>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6096000" y="2441101"/>
            <a:ext cx="5176790" cy="1576758"/>
          </a:xfrm>
          <a:prstGeom prst="rect">
            <a:avLst/>
          </a:prstGeom>
        </p:spPr>
      </p:pic>
      <p:pic>
        <p:nvPicPr>
          <p:cNvPr id="19" name="Graphic 18">
            <a:extLst>
              <a:ext uri="{FF2B5EF4-FFF2-40B4-BE49-F238E27FC236}">
                <a16:creationId xmlns:a16="http://schemas.microsoft.com/office/drawing/2014/main" id="{C1EBB87C-1C09-41FC-9E54-C23772E190A4}"/>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393121" y="935399"/>
            <a:ext cx="6882242" cy="4588161"/>
          </a:xfrm>
          <a:prstGeom prst="rect">
            <a:avLst/>
          </a:prstGeom>
        </p:spPr>
      </p:pic>
    </p:spTree>
    <p:extLst>
      <p:ext uri="{BB962C8B-B14F-4D97-AF65-F5344CB8AC3E}">
        <p14:creationId xmlns:p14="http://schemas.microsoft.com/office/powerpoint/2010/main" val="316061724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B73C9AC-13F7-8609-45D1-69E3E9B74AA6}"/>
              </a:ext>
            </a:extLst>
          </p:cNvPr>
          <p:cNvPicPr>
            <a:picLocks noChangeAspect="1"/>
          </p:cNvPicPr>
          <p:nvPr/>
        </p:nvPicPr>
        <p:blipFill rotWithShape="1">
          <a:blip r:embed="rId2">
            <a:extLst>
              <a:ext uri="{28A0092B-C50C-407E-A947-70E740481C1C}">
                <a14:useLocalDpi xmlns:a14="http://schemas.microsoft.com/office/drawing/2010/main" val="0"/>
              </a:ext>
            </a:extLst>
          </a:blip>
          <a:srcRect t="7802" b="7802"/>
          <a:stretch/>
        </p:blipFill>
        <p:spPr>
          <a:xfrm>
            <a:off x="0" y="0"/>
            <a:ext cx="12192000" cy="6858000"/>
          </a:xfrm>
          <a:prstGeom prst="rect">
            <a:avLst/>
          </a:prstGeom>
        </p:spPr>
      </p:pic>
      <p:sp>
        <p:nvSpPr>
          <p:cNvPr id="15" name="TextBox 14">
            <a:extLst>
              <a:ext uri="{FF2B5EF4-FFF2-40B4-BE49-F238E27FC236}">
                <a16:creationId xmlns:a16="http://schemas.microsoft.com/office/drawing/2014/main" id="{6E4D01B3-1685-4B39-9356-22BCC682D388}"/>
              </a:ext>
            </a:extLst>
          </p:cNvPr>
          <p:cNvSpPr txBox="1"/>
          <p:nvPr/>
        </p:nvSpPr>
        <p:spPr>
          <a:xfrm>
            <a:off x="4614589" y="638628"/>
            <a:ext cx="2488182" cy="646331"/>
          </a:xfrm>
          <a:prstGeom prst="rect">
            <a:avLst/>
          </a:prstGeom>
          <a:noFill/>
        </p:spPr>
        <p:txBody>
          <a:bodyPr wrap="none" rtlCol="1">
            <a:spAutoFit/>
          </a:bodyPr>
          <a:lstStyle/>
          <a:p>
            <a:r>
              <a:rPr lang="fa-IR" sz="3600" dirty="0">
                <a:solidFill>
                  <a:schemeClr val="bg1"/>
                </a:solidFill>
                <a:latin typeface="Vazirmatn Medium" pitchFamily="2" charset="-78"/>
                <a:cs typeface="Vazirmatn Medium" pitchFamily="2" charset="-78"/>
              </a:rPr>
              <a:t>امنیت سایت</a:t>
            </a:r>
          </a:p>
        </p:txBody>
      </p:sp>
      <p:sp>
        <p:nvSpPr>
          <p:cNvPr id="16" name="TextBox 15">
            <a:extLst>
              <a:ext uri="{FF2B5EF4-FFF2-40B4-BE49-F238E27FC236}">
                <a16:creationId xmlns:a16="http://schemas.microsoft.com/office/drawing/2014/main" id="{60AFC4C0-5DC2-4F61-AC65-209175ACF098}"/>
              </a:ext>
            </a:extLst>
          </p:cNvPr>
          <p:cNvSpPr txBox="1"/>
          <p:nvPr/>
        </p:nvSpPr>
        <p:spPr>
          <a:xfrm>
            <a:off x="523871" y="2200417"/>
            <a:ext cx="11144258" cy="1569660"/>
          </a:xfrm>
          <a:prstGeom prst="rect">
            <a:avLst/>
          </a:prstGeom>
          <a:noFill/>
        </p:spPr>
        <p:txBody>
          <a:bodyPr wrap="square" rtlCol="1">
            <a:spAutoFit/>
          </a:bodyPr>
          <a:lstStyle/>
          <a:p>
            <a:pPr algn="ctr"/>
            <a:r>
              <a:rPr lang="fa-IR" sz="3200" dirty="0">
                <a:solidFill>
                  <a:schemeClr val="bg1">
                    <a:lumMod val="95000"/>
                  </a:schemeClr>
                </a:solidFill>
                <a:latin typeface="Vazirmatn Light" pitchFamily="2" charset="-78"/>
                <a:cs typeface="Vazirmatn Light" pitchFamily="2" charset="-78"/>
              </a:rPr>
              <a:t>یک سایت فیزیکی نیاز به امنیت بالایی ندارد ولی ما محاسبات را در سمت سرور انجام داده ایم و در برنامه نویسی سمت سرور نکات امنیتی را در نظر گرفته ایم</a:t>
            </a:r>
          </a:p>
        </p:txBody>
      </p:sp>
      <p:sp>
        <p:nvSpPr>
          <p:cNvPr id="13" name="TextBox 12">
            <a:extLst>
              <a:ext uri="{FF2B5EF4-FFF2-40B4-BE49-F238E27FC236}">
                <a16:creationId xmlns:a16="http://schemas.microsoft.com/office/drawing/2014/main" id="{DAE96D74-FFE3-45A9-92C3-A4CB676C7F2C}"/>
              </a:ext>
            </a:extLst>
          </p:cNvPr>
          <p:cNvSpPr txBox="1"/>
          <p:nvPr/>
        </p:nvSpPr>
        <p:spPr>
          <a:xfrm>
            <a:off x="-3920466" y="766464"/>
            <a:ext cx="3400290" cy="646331"/>
          </a:xfrm>
          <a:prstGeom prst="rect">
            <a:avLst/>
          </a:prstGeom>
          <a:noFill/>
        </p:spPr>
        <p:txBody>
          <a:bodyPr wrap="none" rtlCol="1">
            <a:spAutoFit/>
          </a:bodyPr>
          <a:lstStyle/>
          <a:p>
            <a:r>
              <a:rPr lang="fa-IR" sz="3600" dirty="0">
                <a:solidFill>
                  <a:schemeClr val="bg1"/>
                </a:solidFill>
                <a:latin typeface="Vazirmatn Medium" pitchFamily="2" charset="-78"/>
                <a:cs typeface="Vazirmatn Medium" pitchFamily="2" charset="-78"/>
              </a:rPr>
              <a:t>نکات مثبت سایت</a:t>
            </a:r>
          </a:p>
        </p:txBody>
      </p:sp>
      <p:pic>
        <p:nvPicPr>
          <p:cNvPr id="14" name="Picture 13">
            <a:extLst>
              <a:ext uri="{FF2B5EF4-FFF2-40B4-BE49-F238E27FC236}">
                <a16:creationId xmlns:a16="http://schemas.microsoft.com/office/drawing/2014/main" id="{4D44A5C1-B822-45FF-B942-A8FADFDBFE0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981201" y="2109802"/>
            <a:ext cx="4628244" cy="2118235"/>
          </a:xfrm>
          <a:prstGeom prst="rect">
            <a:avLst/>
          </a:prstGeom>
        </p:spPr>
      </p:pic>
      <p:sp>
        <p:nvSpPr>
          <p:cNvPr id="17" name="TextBox 16">
            <a:extLst>
              <a:ext uri="{FF2B5EF4-FFF2-40B4-BE49-F238E27FC236}">
                <a16:creationId xmlns:a16="http://schemas.microsoft.com/office/drawing/2014/main" id="{305CDED9-4855-4DC9-9FEC-5F6E7039B5AD}"/>
              </a:ext>
            </a:extLst>
          </p:cNvPr>
          <p:cNvSpPr txBox="1"/>
          <p:nvPr/>
        </p:nvSpPr>
        <p:spPr>
          <a:xfrm>
            <a:off x="-4944385" y="1611917"/>
            <a:ext cx="4237057" cy="461665"/>
          </a:xfrm>
          <a:prstGeom prst="rect">
            <a:avLst/>
          </a:prstGeom>
          <a:noFill/>
        </p:spPr>
        <p:txBody>
          <a:bodyPr wrap="none" rtlCol="1">
            <a:spAutoFit/>
          </a:bodyPr>
          <a:lstStyle/>
          <a:p>
            <a:pPr marL="342900" indent="-342900" algn="r" rtl="1">
              <a:buFont typeface="Arial" panose="020B0604020202020204" pitchFamily="34" charset="0"/>
              <a:buChar char="•"/>
            </a:pPr>
            <a:r>
              <a:rPr lang="fa-IR" sz="2400" dirty="0">
                <a:solidFill>
                  <a:srgbClr val="01E116"/>
                </a:solidFill>
                <a:latin typeface="Vazirmatn Medium" pitchFamily="2" charset="-78"/>
                <a:cs typeface="Vazirmatn Medium" pitchFamily="2" charset="-78"/>
              </a:rPr>
              <a:t>انجام محاسبات در سمت سرور</a:t>
            </a:r>
          </a:p>
        </p:txBody>
      </p:sp>
      <p:sp>
        <p:nvSpPr>
          <p:cNvPr id="18" name="TextBox 17">
            <a:extLst>
              <a:ext uri="{FF2B5EF4-FFF2-40B4-BE49-F238E27FC236}">
                <a16:creationId xmlns:a16="http://schemas.microsoft.com/office/drawing/2014/main" id="{D5A03B86-DA18-4DFE-AE3F-FDE5B9353C9D}"/>
              </a:ext>
            </a:extLst>
          </p:cNvPr>
          <p:cNvSpPr txBox="1"/>
          <p:nvPr/>
        </p:nvSpPr>
        <p:spPr>
          <a:xfrm>
            <a:off x="-2725829" y="2127557"/>
            <a:ext cx="2018501" cy="461665"/>
          </a:xfrm>
          <a:prstGeom prst="rect">
            <a:avLst/>
          </a:prstGeom>
          <a:noFill/>
        </p:spPr>
        <p:txBody>
          <a:bodyPr wrap="none" rtlCol="1">
            <a:spAutoFit/>
          </a:bodyPr>
          <a:lstStyle/>
          <a:p>
            <a:pPr marL="342900" indent="-342900" algn="r" rtl="1">
              <a:buFont typeface="Arial" panose="020B0604020202020204" pitchFamily="34" charset="0"/>
              <a:buChar char="•"/>
            </a:pPr>
            <a:r>
              <a:rPr lang="fa-IR" sz="2400" dirty="0">
                <a:solidFill>
                  <a:srgbClr val="01E116"/>
                </a:solidFill>
                <a:latin typeface="Vazirmatn Medium" pitchFamily="2" charset="-78"/>
                <a:cs typeface="Vazirmatn Medium" pitchFamily="2" charset="-78"/>
              </a:rPr>
              <a:t>تنوع زبان ها</a:t>
            </a:r>
          </a:p>
        </p:txBody>
      </p:sp>
      <p:sp>
        <p:nvSpPr>
          <p:cNvPr id="19" name="TextBox 18">
            <a:extLst>
              <a:ext uri="{FF2B5EF4-FFF2-40B4-BE49-F238E27FC236}">
                <a16:creationId xmlns:a16="http://schemas.microsoft.com/office/drawing/2014/main" id="{8F744FD7-F8FD-4BF5-9468-61F8FD5C9DD1}"/>
              </a:ext>
            </a:extLst>
          </p:cNvPr>
          <p:cNvSpPr txBox="1"/>
          <p:nvPr/>
        </p:nvSpPr>
        <p:spPr>
          <a:xfrm>
            <a:off x="-2746668" y="2679416"/>
            <a:ext cx="2039341" cy="461665"/>
          </a:xfrm>
          <a:prstGeom prst="rect">
            <a:avLst/>
          </a:prstGeom>
          <a:noFill/>
        </p:spPr>
        <p:txBody>
          <a:bodyPr wrap="none" rtlCol="1">
            <a:spAutoFit/>
          </a:bodyPr>
          <a:lstStyle/>
          <a:p>
            <a:pPr marL="342900" indent="-342900" algn="r" rtl="1">
              <a:buFont typeface="Arial" panose="020B0604020202020204" pitchFamily="34" charset="0"/>
              <a:buChar char="•"/>
            </a:pPr>
            <a:r>
              <a:rPr lang="fa-IR" sz="2400" dirty="0">
                <a:solidFill>
                  <a:srgbClr val="01E116"/>
                </a:solidFill>
                <a:latin typeface="Vazirmatn Medium" pitchFamily="2" charset="-78"/>
                <a:cs typeface="Vazirmatn Medium" pitchFamily="2" charset="-78"/>
              </a:rPr>
              <a:t>طراحی مدرن</a:t>
            </a:r>
          </a:p>
        </p:txBody>
      </p:sp>
      <p:sp>
        <p:nvSpPr>
          <p:cNvPr id="20" name="TextBox 19">
            <a:extLst>
              <a:ext uri="{FF2B5EF4-FFF2-40B4-BE49-F238E27FC236}">
                <a16:creationId xmlns:a16="http://schemas.microsoft.com/office/drawing/2014/main" id="{036C9EFA-E14F-4958-B496-5DD3CF6C93CB}"/>
              </a:ext>
            </a:extLst>
          </p:cNvPr>
          <p:cNvSpPr txBox="1"/>
          <p:nvPr/>
        </p:nvSpPr>
        <p:spPr>
          <a:xfrm>
            <a:off x="-3346191" y="3231275"/>
            <a:ext cx="2638864" cy="461665"/>
          </a:xfrm>
          <a:prstGeom prst="rect">
            <a:avLst/>
          </a:prstGeom>
          <a:noFill/>
        </p:spPr>
        <p:txBody>
          <a:bodyPr wrap="none" rtlCol="1">
            <a:spAutoFit/>
          </a:bodyPr>
          <a:lstStyle/>
          <a:p>
            <a:pPr marL="342900" indent="-342900" algn="r" rtl="1">
              <a:buFont typeface="Arial" panose="020B0604020202020204" pitchFamily="34" charset="0"/>
              <a:buChar char="•"/>
            </a:pPr>
            <a:r>
              <a:rPr lang="fa-IR" sz="2400" dirty="0">
                <a:solidFill>
                  <a:srgbClr val="01E116"/>
                </a:solidFill>
                <a:latin typeface="Vazirmatn Medium" pitchFamily="2" charset="-78"/>
                <a:cs typeface="Vazirmatn Medium" pitchFamily="2" charset="-78"/>
              </a:rPr>
              <a:t>سبک بودن سایت</a:t>
            </a:r>
          </a:p>
        </p:txBody>
      </p:sp>
      <p:sp>
        <p:nvSpPr>
          <p:cNvPr id="21" name="TextBox 20">
            <a:extLst>
              <a:ext uri="{FF2B5EF4-FFF2-40B4-BE49-F238E27FC236}">
                <a16:creationId xmlns:a16="http://schemas.microsoft.com/office/drawing/2014/main" id="{1F13AD6E-6160-48E1-8F47-5085DA2B32B2}"/>
              </a:ext>
            </a:extLst>
          </p:cNvPr>
          <p:cNvSpPr txBox="1"/>
          <p:nvPr/>
        </p:nvSpPr>
        <p:spPr>
          <a:xfrm>
            <a:off x="-3824166" y="3832409"/>
            <a:ext cx="3145413" cy="461665"/>
          </a:xfrm>
          <a:prstGeom prst="rect">
            <a:avLst/>
          </a:prstGeom>
          <a:noFill/>
        </p:spPr>
        <p:txBody>
          <a:bodyPr wrap="none" rtlCol="1">
            <a:spAutoFit/>
          </a:bodyPr>
          <a:lstStyle/>
          <a:p>
            <a:pPr marL="342900" indent="-342900" algn="l" rtl="1">
              <a:buFont typeface="Arial" panose="020B0604020202020204" pitchFamily="34" charset="0"/>
              <a:buChar char="•"/>
            </a:pPr>
            <a:r>
              <a:rPr lang="fa-IR" sz="2400" dirty="0">
                <a:solidFill>
                  <a:srgbClr val="01E116"/>
                </a:solidFill>
                <a:latin typeface="Vazirmatn Medium" pitchFamily="2" charset="-78"/>
                <a:cs typeface="Vazirmatn Medium" pitchFamily="2" charset="-78"/>
              </a:rPr>
              <a:t>طراحی </a:t>
            </a:r>
            <a:r>
              <a:rPr lang="en-US" sz="2400" dirty="0">
                <a:solidFill>
                  <a:srgbClr val="01E116"/>
                </a:solidFill>
                <a:latin typeface="Vazirmatn Medium" pitchFamily="2" charset="-78"/>
                <a:cs typeface="Vazirmatn Medium" pitchFamily="2" charset="-78"/>
              </a:rPr>
              <a:t> responsive</a:t>
            </a:r>
            <a:r>
              <a:rPr lang="fa-IR" sz="2400" dirty="0">
                <a:solidFill>
                  <a:srgbClr val="01E116"/>
                </a:solidFill>
                <a:latin typeface="Vazirmatn Medium" pitchFamily="2" charset="-78"/>
                <a:cs typeface="Vazirmatn Medium" pitchFamily="2" charset="-78"/>
              </a:rPr>
              <a:t>  </a:t>
            </a:r>
          </a:p>
        </p:txBody>
      </p:sp>
      <p:sp>
        <p:nvSpPr>
          <p:cNvPr id="22" name="TextBox 21">
            <a:extLst>
              <a:ext uri="{FF2B5EF4-FFF2-40B4-BE49-F238E27FC236}">
                <a16:creationId xmlns:a16="http://schemas.microsoft.com/office/drawing/2014/main" id="{443B02D1-51F5-48A8-9DBA-600413BA5861}"/>
              </a:ext>
            </a:extLst>
          </p:cNvPr>
          <p:cNvSpPr txBox="1"/>
          <p:nvPr/>
        </p:nvSpPr>
        <p:spPr>
          <a:xfrm>
            <a:off x="16583375" y="531388"/>
            <a:ext cx="7447873" cy="646331"/>
          </a:xfrm>
          <a:prstGeom prst="rect">
            <a:avLst/>
          </a:prstGeom>
          <a:noFill/>
        </p:spPr>
        <p:txBody>
          <a:bodyPr wrap="none" rtlCol="1">
            <a:spAutoFit/>
          </a:bodyPr>
          <a:lstStyle/>
          <a:p>
            <a:pPr algn="ctr"/>
            <a:r>
              <a:rPr lang="fa-IR" sz="3600" dirty="0">
                <a:solidFill>
                  <a:schemeClr val="bg1"/>
                </a:solidFill>
                <a:latin typeface="Vazirmatn Medium" pitchFamily="2" charset="-78"/>
                <a:cs typeface="Vazirmatn Medium" pitchFamily="2" charset="-78"/>
              </a:rPr>
              <a:t>چه سایت هایی با فلسک نوشته شده اند</a:t>
            </a:r>
          </a:p>
        </p:txBody>
      </p:sp>
      <p:pic>
        <p:nvPicPr>
          <p:cNvPr id="23" name="Picture 22">
            <a:extLst>
              <a:ext uri="{FF2B5EF4-FFF2-40B4-BE49-F238E27FC236}">
                <a16:creationId xmlns:a16="http://schemas.microsoft.com/office/drawing/2014/main" id="{C255E9F4-6F0C-4E0B-BC81-A71663CAE6D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0307300" y="2441101"/>
            <a:ext cx="5176790" cy="1576758"/>
          </a:xfrm>
          <a:prstGeom prst="rect">
            <a:avLst/>
          </a:prstGeom>
        </p:spPr>
      </p:pic>
      <p:pic>
        <p:nvPicPr>
          <p:cNvPr id="24" name="Graphic 23">
            <a:extLst>
              <a:ext uri="{FF2B5EF4-FFF2-40B4-BE49-F238E27FC236}">
                <a16:creationId xmlns:a16="http://schemas.microsoft.com/office/drawing/2014/main" id="{7DB88617-2CF4-4A14-AF3C-CB0D02AC88EE}"/>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3818179" y="935399"/>
            <a:ext cx="6882242" cy="4588161"/>
          </a:xfrm>
          <a:prstGeom prst="rect">
            <a:avLst/>
          </a:prstGeom>
        </p:spPr>
      </p:pic>
    </p:spTree>
    <p:extLst>
      <p:ext uri="{BB962C8B-B14F-4D97-AF65-F5344CB8AC3E}">
        <p14:creationId xmlns:p14="http://schemas.microsoft.com/office/powerpoint/2010/main" val="38980219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B73C9AC-13F7-8609-45D1-69E3E9B74AA6}"/>
              </a:ext>
            </a:extLst>
          </p:cNvPr>
          <p:cNvPicPr>
            <a:picLocks noChangeAspect="1"/>
          </p:cNvPicPr>
          <p:nvPr/>
        </p:nvPicPr>
        <p:blipFill rotWithShape="1">
          <a:blip r:embed="rId2">
            <a:extLst>
              <a:ext uri="{28A0092B-C50C-407E-A947-70E740481C1C}">
                <a14:useLocalDpi xmlns:a14="http://schemas.microsoft.com/office/drawing/2010/main" val="0"/>
              </a:ext>
            </a:extLst>
          </a:blip>
          <a:srcRect t="7802" b="7802"/>
          <a:stretch/>
        </p:blipFill>
        <p:spPr>
          <a:xfrm>
            <a:off x="0" y="0"/>
            <a:ext cx="12192000" cy="6858000"/>
          </a:xfrm>
          <a:prstGeom prst="rect">
            <a:avLst/>
          </a:prstGeom>
        </p:spPr>
      </p:pic>
      <p:sp>
        <p:nvSpPr>
          <p:cNvPr id="15" name="TextBox 14">
            <a:extLst>
              <a:ext uri="{FF2B5EF4-FFF2-40B4-BE49-F238E27FC236}">
                <a16:creationId xmlns:a16="http://schemas.microsoft.com/office/drawing/2014/main" id="{6E4D01B3-1685-4B39-9356-22BCC682D388}"/>
              </a:ext>
            </a:extLst>
          </p:cNvPr>
          <p:cNvSpPr txBox="1"/>
          <p:nvPr/>
        </p:nvSpPr>
        <p:spPr>
          <a:xfrm>
            <a:off x="8646688" y="766464"/>
            <a:ext cx="3400290" cy="646331"/>
          </a:xfrm>
          <a:prstGeom prst="rect">
            <a:avLst/>
          </a:prstGeom>
          <a:noFill/>
        </p:spPr>
        <p:txBody>
          <a:bodyPr wrap="none" rtlCol="1">
            <a:spAutoFit/>
          </a:bodyPr>
          <a:lstStyle/>
          <a:p>
            <a:r>
              <a:rPr lang="fa-IR" sz="3600" dirty="0">
                <a:solidFill>
                  <a:schemeClr val="bg1"/>
                </a:solidFill>
                <a:latin typeface="Vazirmatn Medium" pitchFamily="2" charset="-78"/>
                <a:cs typeface="Vazirmatn Medium" pitchFamily="2" charset="-78"/>
              </a:rPr>
              <a:t>نکات مثبت سایت</a:t>
            </a:r>
          </a:p>
        </p:txBody>
      </p:sp>
      <p:pic>
        <p:nvPicPr>
          <p:cNvPr id="3" name="Picture 2">
            <a:extLst>
              <a:ext uri="{FF2B5EF4-FFF2-40B4-BE49-F238E27FC236}">
                <a16:creationId xmlns:a16="http://schemas.microsoft.com/office/drawing/2014/main" id="{124D0B5E-7088-4C43-BA64-129DC016FC8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5953" y="2109802"/>
            <a:ext cx="4628244" cy="2118235"/>
          </a:xfrm>
          <a:prstGeom prst="rect">
            <a:avLst/>
          </a:prstGeom>
        </p:spPr>
      </p:pic>
      <p:sp>
        <p:nvSpPr>
          <p:cNvPr id="14" name="TextBox 13">
            <a:extLst>
              <a:ext uri="{FF2B5EF4-FFF2-40B4-BE49-F238E27FC236}">
                <a16:creationId xmlns:a16="http://schemas.microsoft.com/office/drawing/2014/main" id="{B47951E4-9784-4691-B86B-E700A39513DC}"/>
              </a:ext>
            </a:extLst>
          </p:cNvPr>
          <p:cNvSpPr txBox="1"/>
          <p:nvPr/>
        </p:nvSpPr>
        <p:spPr>
          <a:xfrm>
            <a:off x="7622769" y="1611917"/>
            <a:ext cx="4237057" cy="461665"/>
          </a:xfrm>
          <a:prstGeom prst="rect">
            <a:avLst/>
          </a:prstGeom>
          <a:noFill/>
        </p:spPr>
        <p:txBody>
          <a:bodyPr wrap="none" rtlCol="1">
            <a:spAutoFit/>
          </a:bodyPr>
          <a:lstStyle/>
          <a:p>
            <a:pPr marL="342900" indent="-342900" algn="r" rtl="1">
              <a:buFont typeface="Arial" panose="020B0604020202020204" pitchFamily="34" charset="0"/>
              <a:buChar char="•"/>
            </a:pPr>
            <a:r>
              <a:rPr lang="fa-IR" sz="2400" dirty="0">
                <a:solidFill>
                  <a:srgbClr val="01E116"/>
                </a:solidFill>
                <a:latin typeface="Vazirmatn Medium" pitchFamily="2" charset="-78"/>
                <a:cs typeface="Vazirmatn Medium" pitchFamily="2" charset="-78"/>
              </a:rPr>
              <a:t>انجام محاسبات در سمت سرور</a:t>
            </a:r>
          </a:p>
        </p:txBody>
      </p:sp>
      <p:sp>
        <p:nvSpPr>
          <p:cNvPr id="17" name="TextBox 16">
            <a:extLst>
              <a:ext uri="{FF2B5EF4-FFF2-40B4-BE49-F238E27FC236}">
                <a16:creationId xmlns:a16="http://schemas.microsoft.com/office/drawing/2014/main" id="{7DC83B93-8C48-4E0E-8821-7E52114954A5}"/>
              </a:ext>
            </a:extLst>
          </p:cNvPr>
          <p:cNvSpPr txBox="1"/>
          <p:nvPr/>
        </p:nvSpPr>
        <p:spPr>
          <a:xfrm>
            <a:off x="9841325" y="2127557"/>
            <a:ext cx="2018501" cy="461665"/>
          </a:xfrm>
          <a:prstGeom prst="rect">
            <a:avLst/>
          </a:prstGeom>
          <a:noFill/>
        </p:spPr>
        <p:txBody>
          <a:bodyPr wrap="none" rtlCol="1">
            <a:spAutoFit/>
          </a:bodyPr>
          <a:lstStyle/>
          <a:p>
            <a:pPr marL="342900" indent="-342900" algn="r" rtl="1">
              <a:buFont typeface="Arial" panose="020B0604020202020204" pitchFamily="34" charset="0"/>
              <a:buChar char="•"/>
            </a:pPr>
            <a:r>
              <a:rPr lang="fa-IR" sz="2400" dirty="0">
                <a:solidFill>
                  <a:srgbClr val="01E116"/>
                </a:solidFill>
                <a:latin typeface="Vazirmatn Medium" pitchFamily="2" charset="-78"/>
                <a:cs typeface="Vazirmatn Medium" pitchFamily="2" charset="-78"/>
              </a:rPr>
              <a:t>تنوع زبان ها</a:t>
            </a:r>
          </a:p>
        </p:txBody>
      </p:sp>
      <p:sp>
        <p:nvSpPr>
          <p:cNvPr id="18" name="TextBox 17">
            <a:extLst>
              <a:ext uri="{FF2B5EF4-FFF2-40B4-BE49-F238E27FC236}">
                <a16:creationId xmlns:a16="http://schemas.microsoft.com/office/drawing/2014/main" id="{4F3CA888-9921-4BC6-BB93-B428F5477EDF}"/>
              </a:ext>
            </a:extLst>
          </p:cNvPr>
          <p:cNvSpPr txBox="1"/>
          <p:nvPr/>
        </p:nvSpPr>
        <p:spPr>
          <a:xfrm>
            <a:off x="9820486" y="2679416"/>
            <a:ext cx="2039341" cy="461665"/>
          </a:xfrm>
          <a:prstGeom prst="rect">
            <a:avLst/>
          </a:prstGeom>
          <a:noFill/>
        </p:spPr>
        <p:txBody>
          <a:bodyPr wrap="none" rtlCol="1">
            <a:spAutoFit/>
          </a:bodyPr>
          <a:lstStyle/>
          <a:p>
            <a:pPr marL="342900" indent="-342900" algn="r" rtl="1">
              <a:buFont typeface="Arial" panose="020B0604020202020204" pitchFamily="34" charset="0"/>
              <a:buChar char="•"/>
            </a:pPr>
            <a:r>
              <a:rPr lang="fa-IR" sz="2400" dirty="0">
                <a:solidFill>
                  <a:srgbClr val="01E116"/>
                </a:solidFill>
                <a:latin typeface="Vazirmatn Medium" pitchFamily="2" charset="-78"/>
                <a:cs typeface="Vazirmatn Medium" pitchFamily="2" charset="-78"/>
              </a:rPr>
              <a:t>طراحی مدرن</a:t>
            </a:r>
          </a:p>
        </p:txBody>
      </p:sp>
      <p:sp>
        <p:nvSpPr>
          <p:cNvPr id="19" name="TextBox 18">
            <a:extLst>
              <a:ext uri="{FF2B5EF4-FFF2-40B4-BE49-F238E27FC236}">
                <a16:creationId xmlns:a16="http://schemas.microsoft.com/office/drawing/2014/main" id="{64CC1085-ED20-4FA0-B3C8-2CD5EA5BB3C7}"/>
              </a:ext>
            </a:extLst>
          </p:cNvPr>
          <p:cNvSpPr txBox="1"/>
          <p:nvPr/>
        </p:nvSpPr>
        <p:spPr>
          <a:xfrm>
            <a:off x="9220963" y="3231275"/>
            <a:ext cx="2638864" cy="461665"/>
          </a:xfrm>
          <a:prstGeom prst="rect">
            <a:avLst/>
          </a:prstGeom>
          <a:noFill/>
        </p:spPr>
        <p:txBody>
          <a:bodyPr wrap="none" rtlCol="1">
            <a:spAutoFit/>
          </a:bodyPr>
          <a:lstStyle/>
          <a:p>
            <a:pPr marL="342900" indent="-342900" algn="r" rtl="1">
              <a:buFont typeface="Arial" panose="020B0604020202020204" pitchFamily="34" charset="0"/>
              <a:buChar char="•"/>
            </a:pPr>
            <a:r>
              <a:rPr lang="fa-IR" sz="2400" dirty="0">
                <a:solidFill>
                  <a:srgbClr val="01E116"/>
                </a:solidFill>
                <a:latin typeface="Vazirmatn Medium" pitchFamily="2" charset="-78"/>
                <a:cs typeface="Vazirmatn Medium" pitchFamily="2" charset="-78"/>
              </a:rPr>
              <a:t>سبک بودن سایت</a:t>
            </a:r>
          </a:p>
        </p:txBody>
      </p:sp>
      <p:sp>
        <p:nvSpPr>
          <p:cNvPr id="20" name="TextBox 19">
            <a:extLst>
              <a:ext uri="{FF2B5EF4-FFF2-40B4-BE49-F238E27FC236}">
                <a16:creationId xmlns:a16="http://schemas.microsoft.com/office/drawing/2014/main" id="{ECAEA8F8-6979-4BA8-9FDD-823605D561CD}"/>
              </a:ext>
            </a:extLst>
          </p:cNvPr>
          <p:cNvSpPr txBox="1"/>
          <p:nvPr/>
        </p:nvSpPr>
        <p:spPr>
          <a:xfrm>
            <a:off x="8742988" y="3832409"/>
            <a:ext cx="3145413" cy="461665"/>
          </a:xfrm>
          <a:prstGeom prst="rect">
            <a:avLst/>
          </a:prstGeom>
          <a:noFill/>
        </p:spPr>
        <p:txBody>
          <a:bodyPr wrap="none" rtlCol="1">
            <a:spAutoFit/>
          </a:bodyPr>
          <a:lstStyle/>
          <a:p>
            <a:pPr marL="342900" indent="-342900" algn="l" rtl="1">
              <a:buFont typeface="Arial" panose="020B0604020202020204" pitchFamily="34" charset="0"/>
              <a:buChar char="•"/>
            </a:pPr>
            <a:r>
              <a:rPr lang="fa-IR" sz="2400" dirty="0">
                <a:solidFill>
                  <a:srgbClr val="01E116"/>
                </a:solidFill>
                <a:latin typeface="Vazirmatn Medium" pitchFamily="2" charset="-78"/>
                <a:cs typeface="Vazirmatn Medium" pitchFamily="2" charset="-78"/>
              </a:rPr>
              <a:t>طراحی </a:t>
            </a:r>
            <a:r>
              <a:rPr lang="en-US" sz="2400" dirty="0">
                <a:solidFill>
                  <a:srgbClr val="01E116"/>
                </a:solidFill>
                <a:latin typeface="Vazirmatn Medium" pitchFamily="2" charset="-78"/>
                <a:cs typeface="Vazirmatn Medium" pitchFamily="2" charset="-78"/>
              </a:rPr>
              <a:t> responsive</a:t>
            </a:r>
            <a:r>
              <a:rPr lang="fa-IR" sz="2400" dirty="0">
                <a:solidFill>
                  <a:srgbClr val="01E116"/>
                </a:solidFill>
                <a:latin typeface="Vazirmatn Medium" pitchFamily="2" charset="-78"/>
                <a:cs typeface="Vazirmatn Medium" pitchFamily="2" charset="-78"/>
              </a:rPr>
              <a:t>  </a:t>
            </a:r>
          </a:p>
        </p:txBody>
      </p:sp>
      <p:sp>
        <p:nvSpPr>
          <p:cNvPr id="21" name="TextBox 20">
            <a:extLst>
              <a:ext uri="{FF2B5EF4-FFF2-40B4-BE49-F238E27FC236}">
                <a16:creationId xmlns:a16="http://schemas.microsoft.com/office/drawing/2014/main" id="{95FD13E1-99B3-4466-A9BF-B3EDBC8D9692}"/>
              </a:ext>
            </a:extLst>
          </p:cNvPr>
          <p:cNvSpPr txBox="1"/>
          <p:nvPr/>
        </p:nvSpPr>
        <p:spPr>
          <a:xfrm>
            <a:off x="4614589" y="-4472634"/>
            <a:ext cx="2488182" cy="646331"/>
          </a:xfrm>
          <a:prstGeom prst="rect">
            <a:avLst/>
          </a:prstGeom>
          <a:noFill/>
        </p:spPr>
        <p:txBody>
          <a:bodyPr wrap="none" rtlCol="1">
            <a:spAutoFit/>
          </a:bodyPr>
          <a:lstStyle/>
          <a:p>
            <a:r>
              <a:rPr lang="fa-IR" sz="3600" dirty="0">
                <a:solidFill>
                  <a:schemeClr val="bg1"/>
                </a:solidFill>
                <a:latin typeface="Vazirmatn Medium" pitchFamily="2" charset="-78"/>
                <a:cs typeface="Vazirmatn Medium" pitchFamily="2" charset="-78"/>
              </a:rPr>
              <a:t>امنیت سایت</a:t>
            </a:r>
          </a:p>
        </p:txBody>
      </p:sp>
      <p:sp>
        <p:nvSpPr>
          <p:cNvPr id="22" name="TextBox 21">
            <a:extLst>
              <a:ext uri="{FF2B5EF4-FFF2-40B4-BE49-F238E27FC236}">
                <a16:creationId xmlns:a16="http://schemas.microsoft.com/office/drawing/2014/main" id="{24F37223-EB44-46C1-AB4C-F664198F5E66}"/>
              </a:ext>
            </a:extLst>
          </p:cNvPr>
          <p:cNvSpPr txBox="1"/>
          <p:nvPr/>
        </p:nvSpPr>
        <p:spPr>
          <a:xfrm>
            <a:off x="523871" y="-2910845"/>
            <a:ext cx="11144258" cy="1569660"/>
          </a:xfrm>
          <a:prstGeom prst="rect">
            <a:avLst/>
          </a:prstGeom>
          <a:noFill/>
        </p:spPr>
        <p:txBody>
          <a:bodyPr wrap="square" rtlCol="1">
            <a:spAutoFit/>
          </a:bodyPr>
          <a:lstStyle/>
          <a:p>
            <a:pPr algn="ctr"/>
            <a:r>
              <a:rPr lang="fa-IR" sz="3200" dirty="0">
                <a:solidFill>
                  <a:schemeClr val="bg1">
                    <a:lumMod val="95000"/>
                  </a:schemeClr>
                </a:solidFill>
                <a:latin typeface="Vazirmatn Light" pitchFamily="2" charset="-78"/>
                <a:cs typeface="Vazirmatn Light" pitchFamily="2" charset="-78"/>
              </a:rPr>
              <a:t>یک سایت فیزیکی نیاز به امنیت بالایی ندارد ولی ما محاسبات را در سمت سرور انجام داده ایم و در برنامه نویسی سمت سرور نکات امنیتی را در نظر گرفته ایم</a:t>
            </a:r>
          </a:p>
        </p:txBody>
      </p:sp>
      <p:sp>
        <p:nvSpPr>
          <p:cNvPr id="23" name="TextBox 22">
            <a:extLst>
              <a:ext uri="{FF2B5EF4-FFF2-40B4-BE49-F238E27FC236}">
                <a16:creationId xmlns:a16="http://schemas.microsoft.com/office/drawing/2014/main" id="{30A9958B-7B32-440D-8EF8-DA0BF881505B}"/>
              </a:ext>
            </a:extLst>
          </p:cNvPr>
          <p:cNvSpPr txBox="1"/>
          <p:nvPr/>
        </p:nvSpPr>
        <p:spPr>
          <a:xfrm>
            <a:off x="8351413" y="9819024"/>
            <a:ext cx="3653564" cy="646331"/>
          </a:xfrm>
          <a:prstGeom prst="rect">
            <a:avLst/>
          </a:prstGeom>
          <a:noFill/>
        </p:spPr>
        <p:txBody>
          <a:bodyPr wrap="none" rtlCol="1">
            <a:spAutoFit/>
          </a:bodyPr>
          <a:lstStyle/>
          <a:p>
            <a:r>
              <a:rPr lang="fa-IR" sz="3600" dirty="0">
                <a:solidFill>
                  <a:schemeClr val="bg1"/>
                </a:solidFill>
                <a:latin typeface="Vazirmatn Medium" pitchFamily="2" charset="-78"/>
                <a:cs typeface="Vazirmatn Medium" pitchFamily="2" charset="-78"/>
              </a:rPr>
              <a:t>دیتابیس این سایت</a:t>
            </a:r>
          </a:p>
        </p:txBody>
      </p:sp>
      <p:sp>
        <p:nvSpPr>
          <p:cNvPr id="24" name="TextBox 23">
            <a:extLst>
              <a:ext uri="{FF2B5EF4-FFF2-40B4-BE49-F238E27FC236}">
                <a16:creationId xmlns:a16="http://schemas.microsoft.com/office/drawing/2014/main" id="{E582344B-3EF4-4A93-AB9A-B758C036E892}"/>
              </a:ext>
            </a:extLst>
          </p:cNvPr>
          <p:cNvSpPr txBox="1"/>
          <p:nvPr/>
        </p:nvSpPr>
        <p:spPr>
          <a:xfrm>
            <a:off x="6194507" y="10645448"/>
            <a:ext cx="5806440" cy="1015663"/>
          </a:xfrm>
          <a:prstGeom prst="rect">
            <a:avLst/>
          </a:prstGeom>
          <a:noFill/>
        </p:spPr>
        <p:txBody>
          <a:bodyPr wrap="square" rtlCol="1">
            <a:spAutoFit/>
          </a:bodyPr>
          <a:lstStyle/>
          <a:p>
            <a:pPr algn="just" rtl="1"/>
            <a:r>
              <a:rPr lang="fa-IR" sz="2000" dirty="0">
                <a:solidFill>
                  <a:schemeClr val="bg1">
                    <a:lumMod val="95000"/>
                  </a:schemeClr>
                </a:solidFill>
                <a:latin typeface="Vazirmatn Light" pitchFamily="2" charset="-78"/>
                <a:cs typeface="Vazirmatn Light" pitchFamily="2" charset="-78"/>
              </a:rPr>
              <a:t>دیتابیس این سایت </a:t>
            </a:r>
            <a:r>
              <a:rPr lang="en-US" sz="2000" dirty="0">
                <a:solidFill>
                  <a:schemeClr val="bg1">
                    <a:lumMod val="95000"/>
                  </a:schemeClr>
                </a:solidFill>
                <a:latin typeface="Vazirmatn Light" pitchFamily="2" charset="-78"/>
                <a:cs typeface="Vazirmatn Light" pitchFamily="2" charset="-78"/>
              </a:rPr>
              <a:t> </a:t>
            </a:r>
            <a:r>
              <a:rPr lang="en-US" sz="2000" dirty="0" err="1">
                <a:solidFill>
                  <a:schemeClr val="bg1">
                    <a:lumMod val="95000"/>
                  </a:schemeClr>
                </a:solidFill>
                <a:latin typeface="Vazirmatn Light" pitchFamily="2" charset="-78"/>
                <a:cs typeface="Vazirmatn Light" pitchFamily="2" charset="-78"/>
              </a:rPr>
              <a:t>sqlite</a:t>
            </a:r>
            <a:r>
              <a:rPr lang="en-US" sz="2000" dirty="0">
                <a:solidFill>
                  <a:schemeClr val="bg1">
                    <a:lumMod val="95000"/>
                  </a:schemeClr>
                </a:solidFill>
                <a:latin typeface="Vazirmatn Light" pitchFamily="2" charset="-78"/>
                <a:cs typeface="Vazirmatn Light" pitchFamily="2" charset="-78"/>
              </a:rPr>
              <a:t> </a:t>
            </a:r>
            <a:r>
              <a:rPr lang="fa-IR" sz="2000" dirty="0">
                <a:solidFill>
                  <a:schemeClr val="bg1">
                    <a:lumMod val="95000"/>
                  </a:schemeClr>
                </a:solidFill>
                <a:latin typeface="Vazirmatn Light" pitchFamily="2" charset="-78"/>
                <a:cs typeface="Vazirmatn Light" pitchFamily="2" charset="-78"/>
              </a:rPr>
              <a:t>که مناسب ترین دیتابیس برای این سایت است چون که سنگین نیست و سایت ما فقط اطلاعات کاربران را در آن ذخیره میکند</a:t>
            </a:r>
          </a:p>
        </p:txBody>
      </p:sp>
    </p:spTree>
    <p:extLst>
      <p:ext uri="{BB962C8B-B14F-4D97-AF65-F5344CB8AC3E}">
        <p14:creationId xmlns:p14="http://schemas.microsoft.com/office/powerpoint/2010/main" val="255190685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B73C9AC-13F7-8609-45D1-69E3E9B74AA6}"/>
              </a:ext>
            </a:extLst>
          </p:cNvPr>
          <p:cNvPicPr>
            <a:picLocks noChangeAspect="1"/>
          </p:cNvPicPr>
          <p:nvPr/>
        </p:nvPicPr>
        <p:blipFill rotWithShape="1">
          <a:blip r:embed="rId2">
            <a:extLst>
              <a:ext uri="{28A0092B-C50C-407E-A947-70E740481C1C}">
                <a14:useLocalDpi xmlns:a14="http://schemas.microsoft.com/office/drawing/2010/main" val="0"/>
              </a:ext>
            </a:extLst>
          </a:blip>
          <a:srcRect t="7802" b="7802"/>
          <a:stretch/>
        </p:blipFill>
        <p:spPr>
          <a:xfrm>
            <a:off x="0" y="0"/>
            <a:ext cx="12192000" cy="6858000"/>
          </a:xfrm>
          <a:prstGeom prst="rect">
            <a:avLst/>
          </a:prstGeom>
        </p:spPr>
      </p:pic>
      <p:sp>
        <p:nvSpPr>
          <p:cNvPr id="15" name="TextBox 14">
            <a:extLst>
              <a:ext uri="{FF2B5EF4-FFF2-40B4-BE49-F238E27FC236}">
                <a16:creationId xmlns:a16="http://schemas.microsoft.com/office/drawing/2014/main" id="{6E4D01B3-1685-4B39-9356-22BCC682D388}"/>
              </a:ext>
            </a:extLst>
          </p:cNvPr>
          <p:cNvSpPr txBox="1"/>
          <p:nvPr/>
        </p:nvSpPr>
        <p:spPr>
          <a:xfrm>
            <a:off x="8351413" y="766464"/>
            <a:ext cx="3653564" cy="646331"/>
          </a:xfrm>
          <a:prstGeom prst="rect">
            <a:avLst/>
          </a:prstGeom>
          <a:noFill/>
        </p:spPr>
        <p:txBody>
          <a:bodyPr wrap="none" rtlCol="1">
            <a:spAutoFit/>
          </a:bodyPr>
          <a:lstStyle/>
          <a:p>
            <a:r>
              <a:rPr lang="fa-IR" sz="3600" dirty="0">
                <a:solidFill>
                  <a:schemeClr val="bg1"/>
                </a:solidFill>
                <a:latin typeface="Vazirmatn Medium" pitchFamily="2" charset="-78"/>
                <a:cs typeface="Vazirmatn Medium" pitchFamily="2" charset="-78"/>
              </a:rPr>
              <a:t>دیتابیس این سایت</a:t>
            </a:r>
          </a:p>
        </p:txBody>
      </p:sp>
      <p:pic>
        <p:nvPicPr>
          <p:cNvPr id="3" name="Picture 2">
            <a:extLst>
              <a:ext uri="{FF2B5EF4-FFF2-40B4-BE49-F238E27FC236}">
                <a16:creationId xmlns:a16="http://schemas.microsoft.com/office/drawing/2014/main" id="{124D0B5E-7088-4C43-BA64-129DC016FC8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5953" y="2109802"/>
            <a:ext cx="4628244" cy="2118235"/>
          </a:xfrm>
          <a:prstGeom prst="rect">
            <a:avLst/>
          </a:prstGeom>
        </p:spPr>
      </p:pic>
      <p:sp>
        <p:nvSpPr>
          <p:cNvPr id="23" name="TextBox 22">
            <a:extLst>
              <a:ext uri="{FF2B5EF4-FFF2-40B4-BE49-F238E27FC236}">
                <a16:creationId xmlns:a16="http://schemas.microsoft.com/office/drawing/2014/main" id="{130BFF81-7FD2-4E59-8460-39649E05D668}"/>
              </a:ext>
            </a:extLst>
          </p:cNvPr>
          <p:cNvSpPr txBox="1"/>
          <p:nvPr/>
        </p:nvSpPr>
        <p:spPr>
          <a:xfrm>
            <a:off x="6194507" y="1592888"/>
            <a:ext cx="5806440" cy="1015663"/>
          </a:xfrm>
          <a:prstGeom prst="rect">
            <a:avLst/>
          </a:prstGeom>
          <a:noFill/>
        </p:spPr>
        <p:txBody>
          <a:bodyPr wrap="square" rtlCol="1">
            <a:spAutoFit/>
          </a:bodyPr>
          <a:lstStyle/>
          <a:p>
            <a:pPr algn="just" rtl="1"/>
            <a:r>
              <a:rPr lang="fa-IR" sz="2000" dirty="0">
                <a:solidFill>
                  <a:schemeClr val="bg1">
                    <a:lumMod val="95000"/>
                  </a:schemeClr>
                </a:solidFill>
                <a:latin typeface="Vazirmatn Light" pitchFamily="2" charset="-78"/>
                <a:cs typeface="Vazirmatn Light" pitchFamily="2" charset="-78"/>
              </a:rPr>
              <a:t>دیتابیس این سایت </a:t>
            </a:r>
            <a:r>
              <a:rPr lang="en-US" sz="2000" dirty="0">
                <a:solidFill>
                  <a:schemeClr val="bg1">
                    <a:lumMod val="95000"/>
                  </a:schemeClr>
                </a:solidFill>
                <a:latin typeface="Vazirmatn Light" pitchFamily="2" charset="-78"/>
                <a:cs typeface="Vazirmatn Light" pitchFamily="2" charset="-78"/>
              </a:rPr>
              <a:t> </a:t>
            </a:r>
            <a:r>
              <a:rPr lang="en-US" sz="2000" dirty="0" err="1">
                <a:solidFill>
                  <a:schemeClr val="bg1">
                    <a:lumMod val="95000"/>
                  </a:schemeClr>
                </a:solidFill>
                <a:latin typeface="Vazirmatn Light" pitchFamily="2" charset="-78"/>
                <a:cs typeface="Vazirmatn Light" pitchFamily="2" charset="-78"/>
              </a:rPr>
              <a:t>sqlite</a:t>
            </a:r>
            <a:r>
              <a:rPr lang="en-US" sz="2000" dirty="0">
                <a:solidFill>
                  <a:schemeClr val="bg1">
                    <a:lumMod val="95000"/>
                  </a:schemeClr>
                </a:solidFill>
                <a:latin typeface="Vazirmatn Light" pitchFamily="2" charset="-78"/>
                <a:cs typeface="Vazirmatn Light" pitchFamily="2" charset="-78"/>
              </a:rPr>
              <a:t> </a:t>
            </a:r>
            <a:r>
              <a:rPr lang="fa-IR" sz="2000" dirty="0">
                <a:solidFill>
                  <a:schemeClr val="bg1">
                    <a:lumMod val="95000"/>
                  </a:schemeClr>
                </a:solidFill>
                <a:latin typeface="Vazirmatn Light" pitchFamily="2" charset="-78"/>
                <a:cs typeface="Vazirmatn Light" pitchFamily="2" charset="-78"/>
              </a:rPr>
              <a:t>که مناسب ترین دیتابیس برای این سایت است چون که سنگین نیست و سایت ما فقط اطلاعات کاربران را در آن ذخیره میکند</a:t>
            </a:r>
          </a:p>
        </p:txBody>
      </p:sp>
      <p:sp>
        <p:nvSpPr>
          <p:cNvPr id="24" name="TextBox 23">
            <a:extLst>
              <a:ext uri="{FF2B5EF4-FFF2-40B4-BE49-F238E27FC236}">
                <a16:creationId xmlns:a16="http://schemas.microsoft.com/office/drawing/2014/main" id="{9948EDF2-7E7D-4CC5-BA5B-7FF8FA7E0388}"/>
              </a:ext>
            </a:extLst>
          </p:cNvPr>
          <p:cNvSpPr txBox="1"/>
          <p:nvPr/>
        </p:nvSpPr>
        <p:spPr>
          <a:xfrm>
            <a:off x="-4623852" y="1399511"/>
            <a:ext cx="3400290" cy="646331"/>
          </a:xfrm>
          <a:prstGeom prst="rect">
            <a:avLst/>
          </a:prstGeom>
          <a:noFill/>
        </p:spPr>
        <p:txBody>
          <a:bodyPr wrap="none" rtlCol="1">
            <a:spAutoFit/>
          </a:bodyPr>
          <a:lstStyle/>
          <a:p>
            <a:r>
              <a:rPr lang="fa-IR" sz="3600" dirty="0">
                <a:solidFill>
                  <a:schemeClr val="bg1"/>
                </a:solidFill>
                <a:latin typeface="Vazirmatn Medium" pitchFamily="2" charset="-78"/>
                <a:cs typeface="Vazirmatn Medium" pitchFamily="2" charset="-78"/>
              </a:rPr>
              <a:t>نکات مثبت سایت</a:t>
            </a:r>
          </a:p>
        </p:txBody>
      </p:sp>
      <p:sp>
        <p:nvSpPr>
          <p:cNvPr id="30" name="TextBox 29">
            <a:extLst>
              <a:ext uri="{FF2B5EF4-FFF2-40B4-BE49-F238E27FC236}">
                <a16:creationId xmlns:a16="http://schemas.microsoft.com/office/drawing/2014/main" id="{6B80B777-2716-4C05-BD87-9D7F35541A27}"/>
              </a:ext>
            </a:extLst>
          </p:cNvPr>
          <p:cNvSpPr txBox="1"/>
          <p:nvPr/>
        </p:nvSpPr>
        <p:spPr>
          <a:xfrm>
            <a:off x="-5647771" y="2244964"/>
            <a:ext cx="4237057" cy="461665"/>
          </a:xfrm>
          <a:prstGeom prst="rect">
            <a:avLst/>
          </a:prstGeom>
          <a:noFill/>
        </p:spPr>
        <p:txBody>
          <a:bodyPr wrap="none" rtlCol="1">
            <a:spAutoFit/>
          </a:bodyPr>
          <a:lstStyle/>
          <a:p>
            <a:pPr marL="342900" indent="-342900" algn="r" rtl="1">
              <a:buFont typeface="Arial" panose="020B0604020202020204" pitchFamily="34" charset="0"/>
              <a:buChar char="•"/>
            </a:pPr>
            <a:r>
              <a:rPr lang="fa-IR" sz="2400" dirty="0">
                <a:solidFill>
                  <a:srgbClr val="01E116"/>
                </a:solidFill>
                <a:latin typeface="Vazirmatn Medium" pitchFamily="2" charset="-78"/>
                <a:cs typeface="Vazirmatn Medium" pitchFamily="2" charset="-78"/>
              </a:rPr>
              <a:t>انجام محاسبات در سمت سرور</a:t>
            </a:r>
          </a:p>
        </p:txBody>
      </p:sp>
      <p:sp>
        <p:nvSpPr>
          <p:cNvPr id="31" name="TextBox 30">
            <a:extLst>
              <a:ext uri="{FF2B5EF4-FFF2-40B4-BE49-F238E27FC236}">
                <a16:creationId xmlns:a16="http://schemas.microsoft.com/office/drawing/2014/main" id="{7DE71A82-BCC7-453D-A95F-BBE4FF77AE78}"/>
              </a:ext>
            </a:extLst>
          </p:cNvPr>
          <p:cNvSpPr txBox="1"/>
          <p:nvPr/>
        </p:nvSpPr>
        <p:spPr>
          <a:xfrm>
            <a:off x="-3429215" y="2760604"/>
            <a:ext cx="2018501" cy="461665"/>
          </a:xfrm>
          <a:prstGeom prst="rect">
            <a:avLst/>
          </a:prstGeom>
          <a:noFill/>
        </p:spPr>
        <p:txBody>
          <a:bodyPr wrap="none" rtlCol="1">
            <a:spAutoFit/>
          </a:bodyPr>
          <a:lstStyle/>
          <a:p>
            <a:pPr marL="342900" indent="-342900" algn="r" rtl="1">
              <a:buFont typeface="Arial" panose="020B0604020202020204" pitchFamily="34" charset="0"/>
              <a:buChar char="•"/>
            </a:pPr>
            <a:r>
              <a:rPr lang="fa-IR" sz="2400" dirty="0">
                <a:solidFill>
                  <a:srgbClr val="01E116"/>
                </a:solidFill>
                <a:latin typeface="Vazirmatn Medium" pitchFamily="2" charset="-78"/>
                <a:cs typeface="Vazirmatn Medium" pitchFamily="2" charset="-78"/>
              </a:rPr>
              <a:t>تنوع زبان ها</a:t>
            </a:r>
          </a:p>
        </p:txBody>
      </p:sp>
      <p:sp>
        <p:nvSpPr>
          <p:cNvPr id="32" name="TextBox 31">
            <a:extLst>
              <a:ext uri="{FF2B5EF4-FFF2-40B4-BE49-F238E27FC236}">
                <a16:creationId xmlns:a16="http://schemas.microsoft.com/office/drawing/2014/main" id="{B489DBB2-8FD6-48BC-AFF2-50301D40F9C3}"/>
              </a:ext>
            </a:extLst>
          </p:cNvPr>
          <p:cNvSpPr txBox="1"/>
          <p:nvPr/>
        </p:nvSpPr>
        <p:spPr>
          <a:xfrm>
            <a:off x="-3450054" y="3312463"/>
            <a:ext cx="2039341" cy="461665"/>
          </a:xfrm>
          <a:prstGeom prst="rect">
            <a:avLst/>
          </a:prstGeom>
          <a:noFill/>
        </p:spPr>
        <p:txBody>
          <a:bodyPr wrap="none" rtlCol="1">
            <a:spAutoFit/>
          </a:bodyPr>
          <a:lstStyle/>
          <a:p>
            <a:pPr marL="342900" indent="-342900" algn="r" rtl="1">
              <a:buFont typeface="Arial" panose="020B0604020202020204" pitchFamily="34" charset="0"/>
              <a:buChar char="•"/>
            </a:pPr>
            <a:r>
              <a:rPr lang="fa-IR" sz="2400" dirty="0">
                <a:solidFill>
                  <a:srgbClr val="01E116"/>
                </a:solidFill>
                <a:latin typeface="Vazirmatn Medium" pitchFamily="2" charset="-78"/>
                <a:cs typeface="Vazirmatn Medium" pitchFamily="2" charset="-78"/>
              </a:rPr>
              <a:t>طراحی مدرن</a:t>
            </a:r>
          </a:p>
        </p:txBody>
      </p:sp>
      <p:sp>
        <p:nvSpPr>
          <p:cNvPr id="33" name="TextBox 32">
            <a:extLst>
              <a:ext uri="{FF2B5EF4-FFF2-40B4-BE49-F238E27FC236}">
                <a16:creationId xmlns:a16="http://schemas.microsoft.com/office/drawing/2014/main" id="{ED77D7A4-CC2D-4698-B669-415CB998D4B9}"/>
              </a:ext>
            </a:extLst>
          </p:cNvPr>
          <p:cNvSpPr txBox="1"/>
          <p:nvPr/>
        </p:nvSpPr>
        <p:spPr>
          <a:xfrm>
            <a:off x="-4049577" y="3864322"/>
            <a:ext cx="2638864" cy="461665"/>
          </a:xfrm>
          <a:prstGeom prst="rect">
            <a:avLst/>
          </a:prstGeom>
          <a:noFill/>
        </p:spPr>
        <p:txBody>
          <a:bodyPr wrap="none" rtlCol="1">
            <a:spAutoFit/>
          </a:bodyPr>
          <a:lstStyle/>
          <a:p>
            <a:pPr marL="342900" indent="-342900" algn="r" rtl="1">
              <a:buFont typeface="Arial" panose="020B0604020202020204" pitchFamily="34" charset="0"/>
              <a:buChar char="•"/>
            </a:pPr>
            <a:r>
              <a:rPr lang="fa-IR" sz="2400" dirty="0">
                <a:solidFill>
                  <a:srgbClr val="01E116"/>
                </a:solidFill>
                <a:latin typeface="Vazirmatn Medium" pitchFamily="2" charset="-78"/>
                <a:cs typeface="Vazirmatn Medium" pitchFamily="2" charset="-78"/>
              </a:rPr>
              <a:t>سبک بودن سایت</a:t>
            </a:r>
          </a:p>
        </p:txBody>
      </p:sp>
      <p:sp>
        <p:nvSpPr>
          <p:cNvPr id="34" name="TextBox 33">
            <a:extLst>
              <a:ext uri="{FF2B5EF4-FFF2-40B4-BE49-F238E27FC236}">
                <a16:creationId xmlns:a16="http://schemas.microsoft.com/office/drawing/2014/main" id="{CA32E777-0EB6-44C0-9978-45D9A2F12158}"/>
              </a:ext>
            </a:extLst>
          </p:cNvPr>
          <p:cNvSpPr txBox="1"/>
          <p:nvPr/>
        </p:nvSpPr>
        <p:spPr>
          <a:xfrm>
            <a:off x="-4527552" y="4465456"/>
            <a:ext cx="3145413" cy="461665"/>
          </a:xfrm>
          <a:prstGeom prst="rect">
            <a:avLst/>
          </a:prstGeom>
          <a:noFill/>
        </p:spPr>
        <p:txBody>
          <a:bodyPr wrap="none" rtlCol="1">
            <a:spAutoFit/>
          </a:bodyPr>
          <a:lstStyle/>
          <a:p>
            <a:pPr marL="342900" indent="-342900" algn="l" rtl="1">
              <a:buFont typeface="Arial" panose="020B0604020202020204" pitchFamily="34" charset="0"/>
              <a:buChar char="•"/>
            </a:pPr>
            <a:r>
              <a:rPr lang="fa-IR" sz="2400" dirty="0">
                <a:solidFill>
                  <a:srgbClr val="01E116"/>
                </a:solidFill>
                <a:latin typeface="Vazirmatn Medium" pitchFamily="2" charset="-78"/>
                <a:cs typeface="Vazirmatn Medium" pitchFamily="2" charset="-78"/>
              </a:rPr>
              <a:t>طراحی </a:t>
            </a:r>
            <a:r>
              <a:rPr lang="en-US" sz="2400" dirty="0">
                <a:solidFill>
                  <a:srgbClr val="01E116"/>
                </a:solidFill>
                <a:latin typeface="Vazirmatn Medium" pitchFamily="2" charset="-78"/>
                <a:cs typeface="Vazirmatn Medium" pitchFamily="2" charset="-78"/>
              </a:rPr>
              <a:t> responsive</a:t>
            </a:r>
            <a:r>
              <a:rPr lang="fa-IR" sz="2400" dirty="0">
                <a:solidFill>
                  <a:srgbClr val="01E116"/>
                </a:solidFill>
                <a:latin typeface="Vazirmatn Medium" pitchFamily="2" charset="-78"/>
                <a:cs typeface="Vazirmatn Medium" pitchFamily="2" charset="-78"/>
              </a:rPr>
              <a:t>  </a:t>
            </a:r>
          </a:p>
        </p:txBody>
      </p:sp>
      <p:sp>
        <p:nvSpPr>
          <p:cNvPr id="35" name="TextBox 34">
            <a:extLst>
              <a:ext uri="{FF2B5EF4-FFF2-40B4-BE49-F238E27FC236}">
                <a16:creationId xmlns:a16="http://schemas.microsoft.com/office/drawing/2014/main" id="{89821010-0403-44F9-85AC-31D887060E4A}"/>
              </a:ext>
            </a:extLst>
          </p:cNvPr>
          <p:cNvSpPr txBox="1"/>
          <p:nvPr/>
        </p:nvSpPr>
        <p:spPr>
          <a:xfrm>
            <a:off x="13175463" y="1521431"/>
            <a:ext cx="6627135" cy="646331"/>
          </a:xfrm>
          <a:prstGeom prst="rect">
            <a:avLst/>
          </a:prstGeom>
          <a:noFill/>
        </p:spPr>
        <p:txBody>
          <a:bodyPr wrap="none" rtlCol="1">
            <a:spAutoFit/>
          </a:bodyPr>
          <a:lstStyle/>
          <a:p>
            <a:r>
              <a:rPr lang="fa-IR" sz="3600" dirty="0">
                <a:solidFill>
                  <a:schemeClr val="bg1"/>
                </a:solidFill>
                <a:latin typeface="Vazirmatn Medium" pitchFamily="2" charset="-78"/>
                <a:cs typeface="Vazirmatn Medium" pitchFamily="2" charset="-78"/>
              </a:rPr>
              <a:t>مسئله و آزمایش های فیزیکی سایت</a:t>
            </a:r>
          </a:p>
        </p:txBody>
      </p:sp>
      <p:sp>
        <p:nvSpPr>
          <p:cNvPr id="36" name="TextBox 35">
            <a:extLst>
              <a:ext uri="{FF2B5EF4-FFF2-40B4-BE49-F238E27FC236}">
                <a16:creationId xmlns:a16="http://schemas.microsoft.com/office/drawing/2014/main" id="{05D5106D-65AA-4E6E-811C-09D9F3108680}"/>
              </a:ext>
            </a:extLst>
          </p:cNvPr>
          <p:cNvSpPr txBox="1"/>
          <p:nvPr/>
        </p:nvSpPr>
        <p:spPr>
          <a:xfrm>
            <a:off x="18606437" y="2397364"/>
            <a:ext cx="1196161" cy="461665"/>
          </a:xfrm>
          <a:prstGeom prst="rect">
            <a:avLst/>
          </a:prstGeom>
          <a:noFill/>
        </p:spPr>
        <p:txBody>
          <a:bodyPr wrap="none" rtlCol="1">
            <a:spAutoFit/>
          </a:bodyPr>
          <a:lstStyle/>
          <a:p>
            <a:pPr marL="342900" indent="-342900" algn="r" rtl="1">
              <a:buFont typeface="Arial" panose="020B0604020202020204" pitchFamily="34" charset="0"/>
              <a:buChar char="•"/>
            </a:pPr>
            <a:r>
              <a:rPr lang="fa-IR" sz="2400" dirty="0">
                <a:solidFill>
                  <a:schemeClr val="bg1"/>
                </a:solidFill>
                <a:latin typeface="Vazirmatn Medium" pitchFamily="2" charset="-78"/>
                <a:cs typeface="Vazirmatn Medium" pitchFamily="2" charset="-78"/>
              </a:rPr>
              <a:t>پرتابه</a:t>
            </a:r>
          </a:p>
        </p:txBody>
      </p:sp>
      <p:sp>
        <p:nvSpPr>
          <p:cNvPr id="37" name="TextBox 36">
            <a:extLst>
              <a:ext uri="{FF2B5EF4-FFF2-40B4-BE49-F238E27FC236}">
                <a16:creationId xmlns:a16="http://schemas.microsoft.com/office/drawing/2014/main" id="{73200C0F-5548-4A0E-AA11-9F89C849EC62}"/>
              </a:ext>
            </a:extLst>
          </p:cNvPr>
          <p:cNvSpPr txBox="1"/>
          <p:nvPr/>
        </p:nvSpPr>
        <p:spPr>
          <a:xfrm>
            <a:off x="18035768" y="2913004"/>
            <a:ext cx="1766830" cy="461665"/>
          </a:xfrm>
          <a:prstGeom prst="rect">
            <a:avLst/>
          </a:prstGeom>
          <a:noFill/>
        </p:spPr>
        <p:txBody>
          <a:bodyPr wrap="none" rtlCol="1">
            <a:spAutoFit/>
          </a:bodyPr>
          <a:lstStyle/>
          <a:p>
            <a:pPr marL="342900" indent="-342900" algn="r" rtl="1">
              <a:buFont typeface="Arial" panose="020B0604020202020204" pitchFamily="34" charset="0"/>
              <a:buChar char="•"/>
            </a:pPr>
            <a:r>
              <a:rPr lang="fa-IR" sz="2400" dirty="0">
                <a:solidFill>
                  <a:schemeClr val="bg1"/>
                </a:solidFill>
                <a:latin typeface="Vazirmatn Medium" pitchFamily="2" charset="-78"/>
                <a:cs typeface="Vazirmatn Medium" pitchFamily="2" charset="-78"/>
              </a:rPr>
              <a:t>سقوط آزاد</a:t>
            </a:r>
          </a:p>
        </p:txBody>
      </p:sp>
      <p:sp>
        <p:nvSpPr>
          <p:cNvPr id="38" name="TextBox 37">
            <a:extLst>
              <a:ext uri="{FF2B5EF4-FFF2-40B4-BE49-F238E27FC236}">
                <a16:creationId xmlns:a16="http://schemas.microsoft.com/office/drawing/2014/main" id="{183FF633-9044-40D4-921F-352B816CBB52}"/>
              </a:ext>
            </a:extLst>
          </p:cNvPr>
          <p:cNvSpPr txBox="1"/>
          <p:nvPr/>
        </p:nvSpPr>
        <p:spPr>
          <a:xfrm>
            <a:off x="18941466" y="3464863"/>
            <a:ext cx="861133" cy="461665"/>
          </a:xfrm>
          <a:prstGeom prst="rect">
            <a:avLst/>
          </a:prstGeom>
          <a:noFill/>
        </p:spPr>
        <p:txBody>
          <a:bodyPr wrap="none" rtlCol="1">
            <a:spAutoFit/>
          </a:bodyPr>
          <a:lstStyle/>
          <a:p>
            <a:pPr marL="342900" indent="-342900" algn="r" rtl="1">
              <a:buFont typeface="Arial" panose="020B0604020202020204" pitchFamily="34" charset="0"/>
              <a:buChar char="•"/>
            </a:pPr>
            <a:r>
              <a:rPr lang="fa-IR" sz="2400" dirty="0">
                <a:solidFill>
                  <a:schemeClr val="bg1"/>
                </a:solidFill>
                <a:latin typeface="Vazirmatn Medium" pitchFamily="2" charset="-78"/>
                <a:cs typeface="Vazirmatn Medium" pitchFamily="2" charset="-78"/>
              </a:rPr>
              <a:t>کار</a:t>
            </a:r>
          </a:p>
        </p:txBody>
      </p:sp>
      <p:sp>
        <p:nvSpPr>
          <p:cNvPr id="39" name="TextBox 38">
            <a:extLst>
              <a:ext uri="{FF2B5EF4-FFF2-40B4-BE49-F238E27FC236}">
                <a16:creationId xmlns:a16="http://schemas.microsoft.com/office/drawing/2014/main" id="{95540FCB-2CAC-4CC2-A1E1-75942FC3E3C3}"/>
              </a:ext>
            </a:extLst>
          </p:cNvPr>
          <p:cNvSpPr txBox="1"/>
          <p:nvPr/>
        </p:nvSpPr>
        <p:spPr>
          <a:xfrm>
            <a:off x="16660392" y="4016722"/>
            <a:ext cx="3142207" cy="461665"/>
          </a:xfrm>
          <a:prstGeom prst="rect">
            <a:avLst/>
          </a:prstGeom>
          <a:noFill/>
        </p:spPr>
        <p:txBody>
          <a:bodyPr wrap="none" rtlCol="1">
            <a:spAutoFit/>
          </a:bodyPr>
          <a:lstStyle/>
          <a:p>
            <a:pPr marL="342900" indent="-342900" algn="r" rtl="1">
              <a:buFont typeface="Arial" panose="020B0604020202020204" pitchFamily="34" charset="0"/>
              <a:buChar char="•"/>
            </a:pPr>
            <a:r>
              <a:rPr lang="fa-IR" sz="2400" dirty="0">
                <a:solidFill>
                  <a:schemeClr val="bg1"/>
                </a:solidFill>
                <a:latin typeface="Vazirmatn Medium" pitchFamily="2" charset="-78"/>
                <a:cs typeface="Vazirmatn Medium" pitchFamily="2" charset="-78"/>
              </a:rPr>
              <a:t>انرژی پتانسیل گرانشی</a:t>
            </a:r>
          </a:p>
        </p:txBody>
      </p:sp>
    </p:spTree>
    <p:extLst>
      <p:ext uri="{BB962C8B-B14F-4D97-AF65-F5344CB8AC3E}">
        <p14:creationId xmlns:p14="http://schemas.microsoft.com/office/powerpoint/2010/main" val="412040884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B73C9AC-13F7-8609-45D1-69E3E9B74AA6}"/>
              </a:ext>
            </a:extLst>
          </p:cNvPr>
          <p:cNvPicPr>
            <a:picLocks noChangeAspect="1"/>
          </p:cNvPicPr>
          <p:nvPr/>
        </p:nvPicPr>
        <p:blipFill rotWithShape="1">
          <a:blip r:embed="rId2">
            <a:extLst>
              <a:ext uri="{28A0092B-C50C-407E-A947-70E740481C1C}">
                <a14:useLocalDpi xmlns:a14="http://schemas.microsoft.com/office/drawing/2010/main" val="0"/>
              </a:ext>
            </a:extLst>
          </a:blip>
          <a:srcRect t="7802" b="7802"/>
          <a:stretch/>
        </p:blipFill>
        <p:spPr>
          <a:xfrm>
            <a:off x="0" y="0"/>
            <a:ext cx="12192000" cy="6858000"/>
          </a:xfrm>
          <a:prstGeom prst="rect">
            <a:avLst/>
          </a:prstGeom>
        </p:spPr>
      </p:pic>
      <p:pic>
        <p:nvPicPr>
          <p:cNvPr id="3" name="Picture 2">
            <a:extLst>
              <a:ext uri="{FF2B5EF4-FFF2-40B4-BE49-F238E27FC236}">
                <a16:creationId xmlns:a16="http://schemas.microsoft.com/office/drawing/2014/main" id="{124D0B5E-7088-4C43-BA64-129DC016FC8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5953" y="2109802"/>
            <a:ext cx="4628244" cy="2118235"/>
          </a:xfrm>
          <a:prstGeom prst="rect">
            <a:avLst/>
          </a:prstGeom>
        </p:spPr>
      </p:pic>
      <p:sp>
        <p:nvSpPr>
          <p:cNvPr id="16" name="TextBox 15">
            <a:extLst>
              <a:ext uri="{FF2B5EF4-FFF2-40B4-BE49-F238E27FC236}">
                <a16:creationId xmlns:a16="http://schemas.microsoft.com/office/drawing/2014/main" id="{AABA8B9B-E047-4EA2-A1C1-53F6A01DA3A1}"/>
              </a:ext>
            </a:extLst>
          </p:cNvPr>
          <p:cNvSpPr txBox="1"/>
          <p:nvPr/>
        </p:nvSpPr>
        <p:spPr>
          <a:xfrm>
            <a:off x="5291303" y="888384"/>
            <a:ext cx="6627135" cy="646331"/>
          </a:xfrm>
          <a:prstGeom prst="rect">
            <a:avLst/>
          </a:prstGeom>
          <a:noFill/>
        </p:spPr>
        <p:txBody>
          <a:bodyPr wrap="none" rtlCol="1">
            <a:spAutoFit/>
          </a:bodyPr>
          <a:lstStyle/>
          <a:p>
            <a:r>
              <a:rPr lang="fa-IR" sz="3600" dirty="0">
                <a:solidFill>
                  <a:schemeClr val="bg1"/>
                </a:solidFill>
                <a:latin typeface="Vazirmatn Medium" pitchFamily="2" charset="-78"/>
                <a:cs typeface="Vazirmatn Medium" pitchFamily="2" charset="-78"/>
              </a:rPr>
              <a:t>مسئله و آزمایش های فیزیکی سایت</a:t>
            </a:r>
          </a:p>
        </p:txBody>
      </p:sp>
      <p:sp>
        <p:nvSpPr>
          <p:cNvPr id="25" name="TextBox 24">
            <a:extLst>
              <a:ext uri="{FF2B5EF4-FFF2-40B4-BE49-F238E27FC236}">
                <a16:creationId xmlns:a16="http://schemas.microsoft.com/office/drawing/2014/main" id="{8A7E89E9-9E99-4423-81C4-0D589727A241}"/>
              </a:ext>
            </a:extLst>
          </p:cNvPr>
          <p:cNvSpPr txBox="1"/>
          <p:nvPr/>
        </p:nvSpPr>
        <p:spPr>
          <a:xfrm>
            <a:off x="10722277" y="1764317"/>
            <a:ext cx="1196161" cy="461665"/>
          </a:xfrm>
          <a:prstGeom prst="rect">
            <a:avLst/>
          </a:prstGeom>
          <a:noFill/>
        </p:spPr>
        <p:txBody>
          <a:bodyPr wrap="none" rtlCol="1">
            <a:spAutoFit/>
          </a:bodyPr>
          <a:lstStyle/>
          <a:p>
            <a:pPr marL="342900" indent="-342900" algn="r" rtl="1">
              <a:buFont typeface="Arial" panose="020B0604020202020204" pitchFamily="34" charset="0"/>
              <a:buChar char="•"/>
            </a:pPr>
            <a:r>
              <a:rPr lang="fa-IR" sz="2400" dirty="0">
                <a:solidFill>
                  <a:schemeClr val="bg1"/>
                </a:solidFill>
                <a:latin typeface="Vazirmatn Medium" pitchFamily="2" charset="-78"/>
                <a:cs typeface="Vazirmatn Medium" pitchFamily="2" charset="-78"/>
              </a:rPr>
              <a:t>پرتابه</a:t>
            </a:r>
          </a:p>
        </p:txBody>
      </p:sp>
      <p:sp>
        <p:nvSpPr>
          <p:cNvPr id="26" name="TextBox 25">
            <a:extLst>
              <a:ext uri="{FF2B5EF4-FFF2-40B4-BE49-F238E27FC236}">
                <a16:creationId xmlns:a16="http://schemas.microsoft.com/office/drawing/2014/main" id="{3443697C-A913-45AE-8915-C945D803E873}"/>
              </a:ext>
            </a:extLst>
          </p:cNvPr>
          <p:cNvSpPr txBox="1"/>
          <p:nvPr/>
        </p:nvSpPr>
        <p:spPr>
          <a:xfrm>
            <a:off x="10151608" y="2279957"/>
            <a:ext cx="1766830" cy="461665"/>
          </a:xfrm>
          <a:prstGeom prst="rect">
            <a:avLst/>
          </a:prstGeom>
          <a:noFill/>
        </p:spPr>
        <p:txBody>
          <a:bodyPr wrap="none" rtlCol="1">
            <a:spAutoFit/>
          </a:bodyPr>
          <a:lstStyle/>
          <a:p>
            <a:pPr marL="342900" indent="-342900" algn="r" rtl="1">
              <a:buFont typeface="Arial" panose="020B0604020202020204" pitchFamily="34" charset="0"/>
              <a:buChar char="•"/>
            </a:pPr>
            <a:r>
              <a:rPr lang="fa-IR" sz="2400" dirty="0">
                <a:solidFill>
                  <a:schemeClr val="bg1"/>
                </a:solidFill>
                <a:latin typeface="Vazirmatn Medium" pitchFamily="2" charset="-78"/>
                <a:cs typeface="Vazirmatn Medium" pitchFamily="2" charset="-78"/>
              </a:rPr>
              <a:t>سقوط آزاد</a:t>
            </a:r>
          </a:p>
        </p:txBody>
      </p:sp>
      <p:sp>
        <p:nvSpPr>
          <p:cNvPr id="27" name="TextBox 26">
            <a:extLst>
              <a:ext uri="{FF2B5EF4-FFF2-40B4-BE49-F238E27FC236}">
                <a16:creationId xmlns:a16="http://schemas.microsoft.com/office/drawing/2014/main" id="{9FF55D64-17C9-465D-BE6B-3FBE394CE8D5}"/>
              </a:ext>
            </a:extLst>
          </p:cNvPr>
          <p:cNvSpPr txBox="1"/>
          <p:nvPr/>
        </p:nvSpPr>
        <p:spPr>
          <a:xfrm>
            <a:off x="11057306" y="2831816"/>
            <a:ext cx="861133" cy="461665"/>
          </a:xfrm>
          <a:prstGeom prst="rect">
            <a:avLst/>
          </a:prstGeom>
          <a:noFill/>
        </p:spPr>
        <p:txBody>
          <a:bodyPr wrap="none" rtlCol="1">
            <a:spAutoFit/>
          </a:bodyPr>
          <a:lstStyle/>
          <a:p>
            <a:pPr marL="342900" indent="-342900" algn="r" rtl="1">
              <a:buFont typeface="Arial" panose="020B0604020202020204" pitchFamily="34" charset="0"/>
              <a:buChar char="•"/>
            </a:pPr>
            <a:r>
              <a:rPr lang="fa-IR" sz="2400" dirty="0">
                <a:solidFill>
                  <a:schemeClr val="bg1"/>
                </a:solidFill>
                <a:latin typeface="Vazirmatn Medium" pitchFamily="2" charset="-78"/>
                <a:cs typeface="Vazirmatn Medium" pitchFamily="2" charset="-78"/>
              </a:rPr>
              <a:t>کار</a:t>
            </a:r>
          </a:p>
        </p:txBody>
      </p:sp>
      <p:sp>
        <p:nvSpPr>
          <p:cNvPr id="28" name="TextBox 27">
            <a:extLst>
              <a:ext uri="{FF2B5EF4-FFF2-40B4-BE49-F238E27FC236}">
                <a16:creationId xmlns:a16="http://schemas.microsoft.com/office/drawing/2014/main" id="{A20DD156-E561-4FE5-8D3D-E881D47BA6DD}"/>
              </a:ext>
            </a:extLst>
          </p:cNvPr>
          <p:cNvSpPr txBox="1"/>
          <p:nvPr/>
        </p:nvSpPr>
        <p:spPr>
          <a:xfrm>
            <a:off x="8776232" y="3383675"/>
            <a:ext cx="3142207" cy="461665"/>
          </a:xfrm>
          <a:prstGeom prst="rect">
            <a:avLst/>
          </a:prstGeom>
          <a:noFill/>
        </p:spPr>
        <p:txBody>
          <a:bodyPr wrap="none" rtlCol="1">
            <a:spAutoFit/>
          </a:bodyPr>
          <a:lstStyle/>
          <a:p>
            <a:pPr marL="342900" indent="-342900" algn="r" rtl="1">
              <a:buFont typeface="Arial" panose="020B0604020202020204" pitchFamily="34" charset="0"/>
              <a:buChar char="•"/>
            </a:pPr>
            <a:r>
              <a:rPr lang="fa-IR" sz="2400" dirty="0">
                <a:solidFill>
                  <a:schemeClr val="bg1"/>
                </a:solidFill>
                <a:latin typeface="Vazirmatn Medium" pitchFamily="2" charset="-78"/>
                <a:cs typeface="Vazirmatn Medium" pitchFamily="2" charset="-78"/>
              </a:rPr>
              <a:t>انرژی پتانسیل گرانشی</a:t>
            </a:r>
          </a:p>
        </p:txBody>
      </p:sp>
      <p:sp>
        <p:nvSpPr>
          <p:cNvPr id="32" name="TextBox 31">
            <a:extLst>
              <a:ext uri="{FF2B5EF4-FFF2-40B4-BE49-F238E27FC236}">
                <a16:creationId xmlns:a16="http://schemas.microsoft.com/office/drawing/2014/main" id="{15FD1F43-9A2B-4C3A-936A-0D3563515AA9}"/>
              </a:ext>
            </a:extLst>
          </p:cNvPr>
          <p:cNvSpPr txBox="1"/>
          <p:nvPr/>
        </p:nvSpPr>
        <p:spPr>
          <a:xfrm>
            <a:off x="16157663" y="918864"/>
            <a:ext cx="2637260" cy="646331"/>
          </a:xfrm>
          <a:prstGeom prst="rect">
            <a:avLst/>
          </a:prstGeom>
          <a:noFill/>
        </p:spPr>
        <p:txBody>
          <a:bodyPr wrap="none" rtlCol="1">
            <a:spAutoFit/>
          </a:bodyPr>
          <a:lstStyle/>
          <a:p>
            <a:r>
              <a:rPr lang="fa-IR" sz="3600" dirty="0">
                <a:solidFill>
                  <a:schemeClr val="bg1"/>
                </a:solidFill>
                <a:latin typeface="Vazirmatn Medium" pitchFamily="2" charset="-78"/>
                <a:cs typeface="Vazirmatn Medium" pitchFamily="2" charset="-78"/>
              </a:rPr>
              <a:t>آزمایش پرتابه</a:t>
            </a:r>
          </a:p>
        </p:txBody>
      </p:sp>
      <p:sp>
        <p:nvSpPr>
          <p:cNvPr id="33" name="TextBox 32">
            <a:extLst>
              <a:ext uri="{FF2B5EF4-FFF2-40B4-BE49-F238E27FC236}">
                <a16:creationId xmlns:a16="http://schemas.microsoft.com/office/drawing/2014/main" id="{2126791D-094A-4ADD-9D74-65E68A543E7A}"/>
              </a:ext>
            </a:extLst>
          </p:cNvPr>
          <p:cNvSpPr txBox="1"/>
          <p:nvPr/>
        </p:nvSpPr>
        <p:spPr>
          <a:xfrm>
            <a:off x="13041083" y="1772126"/>
            <a:ext cx="5806440" cy="1938992"/>
          </a:xfrm>
          <a:prstGeom prst="rect">
            <a:avLst/>
          </a:prstGeom>
          <a:noFill/>
        </p:spPr>
        <p:txBody>
          <a:bodyPr wrap="square" rtlCol="1">
            <a:spAutoFit/>
          </a:bodyPr>
          <a:lstStyle/>
          <a:p>
            <a:pPr algn="just" rtl="1"/>
            <a:r>
              <a:rPr lang="fa-IR" sz="2000" dirty="0">
                <a:solidFill>
                  <a:schemeClr val="bg1">
                    <a:lumMod val="95000"/>
                  </a:schemeClr>
                </a:solidFill>
                <a:latin typeface="Vazirmatn Light" pitchFamily="2" charset="-78"/>
                <a:cs typeface="Vazirmatn Light" pitchFamily="2" charset="-78"/>
              </a:rPr>
              <a:t>به حرکتی که در آن یک جسم فقط تحت تاثیر نیروی گرانش، مسیرش تعیین شود، حرکت پرتابه گفته می‌شود. جسم پرتاب شده را «پرتابه» می‌نامند. با صرف نظر کردن از نیروی اصطکاک هوا، پرتاب دیسک، موشک (در مسیری طولانی) و حتی شوت کردن توپ فوتبال، نمونه‌هایی از این نوع حرکت محسوب می‌شوند. </a:t>
            </a:r>
          </a:p>
        </p:txBody>
      </p:sp>
      <p:sp>
        <p:nvSpPr>
          <p:cNvPr id="21" name="TextBox 20">
            <a:extLst>
              <a:ext uri="{FF2B5EF4-FFF2-40B4-BE49-F238E27FC236}">
                <a16:creationId xmlns:a16="http://schemas.microsoft.com/office/drawing/2014/main" id="{20910CBF-8F2C-4E8D-99B3-8ED0DCB629F9}"/>
              </a:ext>
            </a:extLst>
          </p:cNvPr>
          <p:cNvSpPr txBox="1"/>
          <p:nvPr/>
        </p:nvSpPr>
        <p:spPr>
          <a:xfrm>
            <a:off x="8351413" y="9819024"/>
            <a:ext cx="3653564" cy="646331"/>
          </a:xfrm>
          <a:prstGeom prst="rect">
            <a:avLst/>
          </a:prstGeom>
          <a:noFill/>
        </p:spPr>
        <p:txBody>
          <a:bodyPr wrap="none" rtlCol="1">
            <a:spAutoFit/>
          </a:bodyPr>
          <a:lstStyle/>
          <a:p>
            <a:r>
              <a:rPr lang="fa-IR" sz="3600" dirty="0">
                <a:solidFill>
                  <a:schemeClr val="bg1"/>
                </a:solidFill>
                <a:latin typeface="Vazirmatn Medium" pitchFamily="2" charset="-78"/>
                <a:cs typeface="Vazirmatn Medium" pitchFamily="2" charset="-78"/>
              </a:rPr>
              <a:t>دیتابیس این سایت</a:t>
            </a:r>
          </a:p>
        </p:txBody>
      </p:sp>
      <p:sp>
        <p:nvSpPr>
          <p:cNvPr id="22" name="TextBox 21">
            <a:extLst>
              <a:ext uri="{FF2B5EF4-FFF2-40B4-BE49-F238E27FC236}">
                <a16:creationId xmlns:a16="http://schemas.microsoft.com/office/drawing/2014/main" id="{DCC1F75C-6AE0-4AB2-94C3-8D6724173F20}"/>
              </a:ext>
            </a:extLst>
          </p:cNvPr>
          <p:cNvSpPr txBox="1"/>
          <p:nvPr/>
        </p:nvSpPr>
        <p:spPr>
          <a:xfrm>
            <a:off x="6194507" y="10645448"/>
            <a:ext cx="5806440" cy="1015663"/>
          </a:xfrm>
          <a:prstGeom prst="rect">
            <a:avLst/>
          </a:prstGeom>
          <a:noFill/>
        </p:spPr>
        <p:txBody>
          <a:bodyPr wrap="square" rtlCol="1">
            <a:spAutoFit/>
          </a:bodyPr>
          <a:lstStyle/>
          <a:p>
            <a:pPr algn="just" rtl="1"/>
            <a:r>
              <a:rPr lang="fa-IR" sz="2000" dirty="0">
                <a:solidFill>
                  <a:schemeClr val="bg1">
                    <a:lumMod val="95000"/>
                  </a:schemeClr>
                </a:solidFill>
                <a:latin typeface="Vazirmatn Light" pitchFamily="2" charset="-78"/>
                <a:cs typeface="Vazirmatn Light" pitchFamily="2" charset="-78"/>
              </a:rPr>
              <a:t>دیتابیس این سایت </a:t>
            </a:r>
            <a:r>
              <a:rPr lang="en-US" sz="2000" dirty="0">
                <a:solidFill>
                  <a:schemeClr val="bg1">
                    <a:lumMod val="95000"/>
                  </a:schemeClr>
                </a:solidFill>
                <a:latin typeface="Vazirmatn Light" pitchFamily="2" charset="-78"/>
                <a:cs typeface="Vazirmatn Light" pitchFamily="2" charset="-78"/>
              </a:rPr>
              <a:t> </a:t>
            </a:r>
            <a:r>
              <a:rPr lang="en-US" sz="2000" dirty="0" err="1">
                <a:solidFill>
                  <a:schemeClr val="bg1">
                    <a:lumMod val="95000"/>
                  </a:schemeClr>
                </a:solidFill>
                <a:latin typeface="Vazirmatn Light" pitchFamily="2" charset="-78"/>
                <a:cs typeface="Vazirmatn Light" pitchFamily="2" charset="-78"/>
              </a:rPr>
              <a:t>sqlite</a:t>
            </a:r>
            <a:r>
              <a:rPr lang="en-US" sz="2000" dirty="0">
                <a:solidFill>
                  <a:schemeClr val="bg1">
                    <a:lumMod val="95000"/>
                  </a:schemeClr>
                </a:solidFill>
                <a:latin typeface="Vazirmatn Light" pitchFamily="2" charset="-78"/>
                <a:cs typeface="Vazirmatn Light" pitchFamily="2" charset="-78"/>
              </a:rPr>
              <a:t> </a:t>
            </a:r>
            <a:r>
              <a:rPr lang="fa-IR" sz="2000" dirty="0">
                <a:solidFill>
                  <a:schemeClr val="bg1">
                    <a:lumMod val="95000"/>
                  </a:schemeClr>
                </a:solidFill>
                <a:latin typeface="Vazirmatn Light" pitchFamily="2" charset="-78"/>
                <a:cs typeface="Vazirmatn Light" pitchFamily="2" charset="-78"/>
              </a:rPr>
              <a:t>که مناسب ترین دیتابیس برای این سایت است چون که سنگین نیست و سایت ما فقط اطلاعات کاربران را در آن ذخیره میکند</a:t>
            </a:r>
          </a:p>
        </p:txBody>
      </p:sp>
    </p:spTree>
    <p:extLst>
      <p:ext uri="{BB962C8B-B14F-4D97-AF65-F5344CB8AC3E}">
        <p14:creationId xmlns:p14="http://schemas.microsoft.com/office/powerpoint/2010/main" val="208740479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B73C9AC-13F7-8609-45D1-69E3E9B74AA6}"/>
              </a:ext>
            </a:extLst>
          </p:cNvPr>
          <p:cNvPicPr>
            <a:picLocks noChangeAspect="1"/>
          </p:cNvPicPr>
          <p:nvPr/>
        </p:nvPicPr>
        <p:blipFill rotWithShape="1">
          <a:blip r:embed="rId2">
            <a:extLst>
              <a:ext uri="{28A0092B-C50C-407E-A947-70E740481C1C}">
                <a14:useLocalDpi xmlns:a14="http://schemas.microsoft.com/office/drawing/2010/main" val="0"/>
              </a:ext>
            </a:extLst>
          </a:blip>
          <a:srcRect t="7802" b="7802"/>
          <a:stretch/>
        </p:blipFill>
        <p:spPr>
          <a:xfrm>
            <a:off x="0" y="0"/>
            <a:ext cx="12192000" cy="6858000"/>
          </a:xfrm>
          <a:prstGeom prst="rect">
            <a:avLst/>
          </a:prstGeom>
        </p:spPr>
      </p:pic>
      <p:pic>
        <p:nvPicPr>
          <p:cNvPr id="3" name="Picture 2">
            <a:extLst>
              <a:ext uri="{FF2B5EF4-FFF2-40B4-BE49-F238E27FC236}">
                <a16:creationId xmlns:a16="http://schemas.microsoft.com/office/drawing/2014/main" id="{124D0B5E-7088-4C43-BA64-129DC016FC8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5953" y="2109802"/>
            <a:ext cx="4628244" cy="2118235"/>
          </a:xfrm>
          <a:prstGeom prst="rect">
            <a:avLst/>
          </a:prstGeom>
        </p:spPr>
      </p:pic>
      <p:sp>
        <p:nvSpPr>
          <p:cNvPr id="16" name="TextBox 15">
            <a:extLst>
              <a:ext uri="{FF2B5EF4-FFF2-40B4-BE49-F238E27FC236}">
                <a16:creationId xmlns:a16="http://schemas.microsoft.com/office/drawing/2014/main" id="{AABA8B9B-E047-4EA2-A1C1-53F6A01DA3A1}"/>
              </a:ext>
            </a:extLst>
          </p:cNvPr>
          <p:cNvSpPr txBox="1"/>
          <p:nvPr/>
        </p:nvSpPr>
        <p:spPr>
          <a:xfrm>
            <a:off x="-8621422" y="918864"/>
            <a:ext cx="6627135" cy="646331"/>
          </a:xfrm>
          <a:prstGeom prst="rect">
            <a:avLst/>
          </a:prstGeom>
          <a:noFill/>
        </p:spPr>
        <p:txBody>
          <a:bodyPr wrap="none" rtlCol="1">
            <a:spAutoFit/>
          </a:bodyPr>
          <a:lstStyle/>
          <a:p>
            <a:r>
              <a:rPr lang="fa-IR" sz="3600" dirty="0">
                <a:solidFill>
                  <a:schemeClr val="bg1"/>
                </a:solidFill>
                <a:latin typeface="Vazirmatn Medium" pitchFamily="2" charset="-78"/>
                <a:cs typeface="Vazirmatn Medium" pitchFamily="2" charset="-78"/>
              </a:rPr>
              <a:t>مسئله و آزمایش های فیزیکی سایت</a:t>
            </a:r>
          </a:p>
        </p:txBody>
      </p:sp>
      <p:sp>
        <p:nvSpPr>
          <p:cNvPr id="25" name="TextBox 24">
            <a:extLst>
              <a:ext uri="{FF2B5EF4-FFF2-40B4-BE49-F238E27FC236}">
                <a16:creationId xmlns:a16="http://schemas.microsoft.com/office/drawing/2014/main" id="{8A7E89E9-9E99-4423-81C4-0D589727A241}"/>
              </a:ext>
            </a:extLst>
          </p:cNvPr>
          <p:cNvSpPr txBox="1"/>
          <p:nvPr/>
        </p:nvSpPr>
        <p:spPr>
          <a:xfrm>
            <a:off x="-3321984" y="1764317"/>
            <a:ext cx="1196161" cy="461665"/>
          </a:xfrm>
          <a:prstGeom prst="rect">
            <a:avLst/>
          </a:prstGeom>
          <a:noFill/>
        </p:spPr>
        <p:txBody>
          <a:bodyPr wrap="none" rtlCol="1">
            <a:spAutoFit/>
          </a:bodyPr>
          <a:lstStyle/>
          <a:p>
            <a:pPr marL="342900" indent="-342900" algn="r" rtl="1">
              <a:buFont typeface="Arial" panose="020B0604020202020204" pitchFamily="34" charset="0"/>
              <a:buChar char="•"/>
            </a:pPr>
            <a:r>
              <a:rPr lang="fa-IR" sz="2400" dirty="0">
                <a:solidFill>
                  <a:schemeClr val="bg1"/>
                </a:solidFill>
                <a:latin typeface="Vazirmatn Medium" pitchFamily="2" charset="-78"/>
                <a:cs typeface="Vazirmatn Medium" pitchFamily="2" charset="-78"/>
              </a:rPr>
              <a:t>پرتابه</a:t>
            </a:r>
          </a:p>
        </p:txBody>
      </p:sp>
      <p:sp>
        <p:nvSpPr>
          <p:cNvPr id="26" name="TextBox 25">
            <a:extLst>
              <a:ext uri="{FF2B5EF4-FFF2-40B4-BE49-F238E27FC236}">
                <a16:creationId xmlns:a16="http://schemas.microsoft.com/office/drawing/2014/main" id="{3443697C-A913-45AE-8915-C945D803E873}"/>
              </a:ext>
            </a:extLst>
          </p:cNvPr>
          <p:cNvSpPr txBox="1"/>
          <p:nvPr/>
        </p:nvSpPr>
        <p:spPr>
          <a:xfrm>
            <a:off x="-3892653" y="2279957"/>
            <a:ext cx="1766830" cy="461665"/>
          </a:xfrm>
          <a:prstGeom prst="rect">
            <a:avLst/>
          </a:prstGeom>
          <a:noFill/>
        </p:spPr>
        <p:txBody>
          <a:bodyPr wrap="none" rtlCol="1">
            <a:spAutoFit/>
          </a:bodyPr>
          <a:lstStyle/>
          <a:p>
            <a:pPr marL="342900" indent="-342900" algn="r" rtl="1">
              <a:buFont typeface="Arial" panose="020B0604020202020204" pitchFamily="34" charset="0"/>
              <a:buChar char="•"/>
            </a:pPr>
            <a:r>
              <a:rPr lang="fa-IR" sz="2400" dirty="0">
                <a:solidFill>
                  <a:schemeClr val="bg1"/>
                </a:solidFill>
                <a:latin typeface="Vazirmatn Medium" pitchFamily="2" charset="-78"/>
                <a:cs typeface="Vazirmatn Medium" pitchFamily="2" charset="-78"/>
              </a:rPr>
              <a:t>سقوط آزاد</a:t>
            </a:r>
          </a:p>
        </p:txBody>
      </p:sp>
      <p:sp>
        <p:nvSpPr>
          <p:cNvPr id="27" name="TextBox 26">
            <a:extLst>
              <a:ext uri="{FF2B5EF4-FFF2-40B4-BE49-F238E27FC236}">
                <a16:creationId xmlns:a16="http://schemas.microsoft.com/office/drawing/2014/main" id="{9FF55D64-17C9-465D-BE6B-3FBE394CE8D5}"/>
              </a:ext>
            </a:extLst>
          </p:cNvPr>
          <p:cNvSpPr txBox="1"/>
          <p:nvPr/>
        </p:nvSpPr>
        <p:spPr>
          <a:xfrm>
            <a:off x="-2986955" y="2831816"/>
            <a:ext cx="861133" cy="461665"/>
          </a:xfrm>
          <a:prstGeom prst="rect">
            <a:avLst/>
          </a:prstGeom>
          <a:noFill/>
        </p:spPr>
        <p:txBody>
          <a:bodyPr wrap="none" rtlCol="1">
            <a:spAutoFit/>
          </a:bodyPr>
          <a:lstStyle/>
          <a:p>
            <a:pPr marL="342900" indent="-342900" algn="r" rtl="1">
              <a:buFont typeface="Arial" panose="020B0604020202020204" pitchFamily="34" charset="0"/>
              <a:buChar char="•"/>
            </a:pPr>
            <a:r>
              <a:rPr lang="fa-IR" sz="2400" dirty="0">
                <a:solidFill>
                  <a:schemeClr val="bg1"/>
                </a:solidFill>
                <a:latin typeface="Vazirmatn Medium" pitchFamily="2" charset="-78"/>
                <a:cs typeface="Vazirmatn Medium" pitchFamily="2" charset="-78"/>
              </a:rPr>
              <a:t>کار</a:t>
            </a:r>
          </a:p>
        </p:txBody>
      </p:sp>
      <p:sp>
        <p:nvSpPr>
          <p:cNvPr id="28" name="TextBox 27">
            <a:extLst>
              <a:ext uri="{FF2B5EF4-FFF2-40B4-BE49-F238E27FC236}">
                <a16:creationId xmlns:a16="http://schemas.microsoft.com/office/drawing/2014/main" id="{A20DD156-E561-4FE5-8D3D-E881D47BA6DD}"/>
              </a:ext>
            </a:extLst>
          </p:cNvPr>
          <p:cNvSpPr txBox="1"/>
          <p:nvPr/>
        </p:nvSpPr>
        <p:spPr>
          <a:xfrm>
            <a:off x="-5268029" y="3383675"/>
            <a:ext cx="3142207" cy="461665"/>
          </a:xfrm>
          <a:prstGeom prst="rect">
            <a:avLst/>
          </a:prstGeom>
          <a:noFill/>
        </p:spPr>
        <p:txBody>
          <a:bodyPr wrap="none" rtlCol="1">
            <a:spAutoFit/>
          </a:bodyPr>
          <a:lstStyle/>
          <a:p>
            <a:pPr marL="342900" indent="-342900" algn="r" rtl="1">
              <a:buFont typeface="Arial" panose="020B0604020202020204" pitchFamily="34" charset="0"/>
              <a:buChar char="•"/>
            </a:pPr>
            <a:r>
              <a:rPr lang="fa-IR" sz="2400" dirty="0">
                <a:solidFill>
                  <a:schemeClr val="bg1"/>
                </a:solidFill>
                <a:latin typeface="Vazirmatn Medium" pitchFamily="2" charset="-78"/>
                <a:cs typeface="Vazirmatn Medium" pitchFamily="2" charset="-78"/>
              </a:rPr>
              <a:t>انرژی پتانسیل گرانشی</a:t>
            </a:r>
          </a:p>
        </p:txBody>
      </p:sp>
      <p:sp>
        <p:nvSpPr>
          <p:cNvPr id="32" name="TextBox 31">
            <a:extLst>
              <a:ext uri="{FF2B5EF4-FFF2-40B4-BE49-F238E27FC236}">
                <a16:creationId xmlns:a16="http://schemas.microsoft.com/office/drawing/2014/main" id="{8710D83E-91C6-42A5-A985-C86EC7F0B704}"/>
              </a:ext>
            </a:extLst>
          </p:cNvPr>
          <p:cNvSpPr txBox="1"/>
          <p:nvPr/>
        </p:nvSpPr>
        <p:spPr>
          <a:xfrm>
            <a:off x="9299663" y="918864"/>
            <a:ext cx="2637260" cy="646331"/>
          </a:xfrm>
          <a:prstGeom prst="rect">
            <a:avLst/>
          </a:prstGeom>
          <a:noFill/>
        </p:spPr>
        <p:txBody>
          <a:bodyPr wrap="none" rtlCol="1">
            <a:spAutoFit/>
          </a:bodyPr>
          <a:lstStyle/>
          <a:p>
            <a:r>
              <a:rPr lang="fa-IR" sz="3600" dirty="0">
                <a:solidFill>
                  <a:schemeClr val="bg1"/>
                </a:solidFill>
                <a:latin typeface="Vazirmatn Medium" pitchFamily="2" charset="-78"/>
                <a:cs typeface="Vazirmatn Medium" pitchFamily="2" charset="-78"/>
              </a:rPr>
              <a:t>آزمایش پرتابه</a:t>
            </a:r>
          </a:p>
        </p:txBody>
      </p:sp>
      <p:sp>
        <p:nvSpPr>
          <p:cNvPr id="33" name="TextBox 32">
            <a:extLst>
              <a:ext uri="{FF2B5EF4-FFF2-40B4-BE49-F238E27FC236}">
                <a16:creationId xmlns:a16="http://schemas.microsoft.com/office/drawing/2014/main" id="{23330CB9-759E-4D59-98DD-15F369195F4A}"/>
              </a:ext>
            </a:extLst>
          </p:cNvPr>
          <p:cNvSpPr txBox="1"/>
          <p:nvPr/>
        </p:nvSpPr>
        <p:spPr>
          <a:xfrm>
            <a:off x="6183083" y="1772126"/>
            <a:ext cx="5806440" cy="1938992"/>
          </a:xfrm>
          <a:prstGeom prst="rect">
            <a:avLst/>
          </a:prstGeom>
          <a:noFill/>
        </p:spPr>
        <p:txBody>
          <a:bodyPr wrap="square" rtlCol="1">
            <a:spAutoFit/>
          </a:bodyPr>
          <a:lstStyle/>
          <a:p>
            <a:pPr algn="just" rtl="1"/>
            <a:r>
              <a:rPr lang="fa-IR" sz="2000" dirty="0">
                <a:solidFill>
                  <a:schemeClr val="bg1">
                    <a:lumMod val="95000"/>
                  </a:schemeClr>
                </a:solidFill>
                <a:latin typeface="Vazirmatn Light" pitchFamily="2" charset="-78"/>
                <a:cs typeface="Vazirmatn Light" pitchFamily="2" charset="-78"/>
              </a:rPr>
              <a:t>به حرکتی که در آن یک جسم فقط تحت تاثیر نیروی گرانش، مسیرش تعیین شود، حرکت پرتابه گفته می‌شود. جسم پرتاب شده را «پرتابه» می‌نامند. با صرف نظر کردن از نیروی اصطکاک هوا، پرتاب دیسک، موشک (در مسیری طولانی) و حتی شوت کردن توپ فوتبال، نمونه‌هایی از این نوع حرکت محسوب می‌شوند. </a:t>
            </a:r>
          </a:p>
        </p:txBody>
      </p:sp>
      <p:sp>
        <p:nvSpPr>
          <p:cNvPr id="11" name="TextBox 10">
            <a:extLst>
              <a:ext uri="{FF2B5EF4-FFF2-40B4-BE49-F238E27FC236}">
                <a16:creationId xmlns:a16="http://schemas.microsoft.com/office/drawing/2014/main" id="{5268DAC7-B27E-42F0-85A9-197846BC91EA}"/>
              </a:ext>
            </a:extLst>
          </p:cNvPr>
          <p:cNvSpPr txBox="1"/>
          <p:nvPr/>
        </p:nvSpPr>
        <p:spPr>
          <a:xfrm>
            <a:off x="14710448" y="918864"/>
            <a:ext cx="4770858" cy="646331"/>
          </a:xfrm>
          <a:prstGeom prst="rect">
            <a:avLst/>
          </a:prstGeom>
          <a:noFill/>
        </p:spPr>
        <p:txBody>
          <a:bodyPr wrap="none" rtlCol="1">
            <a:spAutoFit/>
          </a:bodyPr>
          <a:lstStyle/>
          <a:p>
            <a:r>
              <a:rPr lang="fa-IR" sz="3600" dirty="0">
                <a:solidFill>
                  <a:schemeClr val="bg1"/>
                </a:solidFill>
                <a:latin typeface="Vazirmatn Medium" pitchFamily="2" charset="-78"/>
                <a:cs typeface="Vazirmatn Medium" pitchFamily="2" charset="-78"/>
              </a:rPr>
              <a:t>فرمول های آزمایش پرتابه</a:t>
            </a:r>
          </a:p>
        </p:txBody>
      </p:sp>
      <p:sp>
        <p:nvSpPr>
          <p:cNvPr id="12" name="TextBox 11">
            <a:extLst>
              <a:ext uri="{FF2B5EF4-FFF2-40B4-BE49-F238E27FC236}">
                <a16:creationId xmlns:a16="http://schemas.microsoft.com/office/drawing/2014/main" id="{5D3F6173-F41B-4555-AA12-641620D0602F}"/>
              </a:ext>
            </a:extLst>
          </p:cNvPr>
          <p:cNvSpPr txBox="1"/>
          <p:nvPr/>
        </p:nvSpPr>
        <p:spPr>
          <a:xfrm>
            <a:off x="15991718" y="1997013"/>
            <a:ext cx="2226840" cy="1631216"/>
          </a:xfrm>
          <a:prstGeom prst="rect">
            <a:avLst/>
          </a:prstGeom>
          <a:noFill/>
        </p:spPr>
        <p:txBody>
          <a:bodyPr wrap="square" rtlCol="1">
            <a:spAutoFit/>
          </a:bodyPr>
          <a:lstStyle/>
          <a:p>
            <a:pPr algn="just" rtl="1"/>
            <a:r>
              <a:rPr lang="en-US" sz="2000" b="0" i="1" dirty="0">
                <a:solidFill>
                  <a:srgbClr val="F9FAFB"/>
                </a:solidFill>
                <a:effectLst/>
                <a:latin typeface="Vazirmatn Light" pitchFamily="2" charset="-78"/>
                <a:cs typeface="Vazirmatn Light" pitchFamily="2" charset="-78"/>
              </a:rPr>
              <a:t>v</a:t>
            </a:r>
            <a:r>
              <a:rPr lang="en-US" sz="2000" b="0" i="0" dirty="0">
                <a:solidFill>
                  <a:srgbClr val="F9FAFB"/>
                </a:solidFill>
                <a:effectLst/>
                <a:latin typeface="Vazirmatn Light" pitchFamily="2" charset="-78"/>
                <a:cs typeface="Vazirmatn Light" pitchFamily="2" charset="-78"/>
              </a:rPr>
              <a:t>0</a:t>
            </a:r>
            <a:r>
              <a:rPr lang="en-US" sz="2000" b="0" i="1" dirty="0">
                <a:solidFill>
                  <a:srgbClr val="F9FAFB"/>
                </a:solidFill>
                <a:effectLst/>
                <a:latin typeface="Vazirmatn Light" pitchFamily="2" charset="-78"/>
                <a:cs typeface="Vazirmatn Light" pitchFamily="2" charset="-78"/>
              </a:rPr>
              <a:t>x</a:t>
            </a:r>
            <a:r>
              <a:rPr lang="en-US" sz="2000" b="0" i="0" dirty="0">
                <a:solidFill>
                  <a:srgbClr val="F9FAFB"/>
                </a:solidFill>
                <a:effectLst/>
                <a:latin typeface="Vazirmatn Light" pitchFamily="2" charset="-78"/>
                <a:cs typeface="Vazirmatn Light" pitchFamily="2" charset="-78"/>
              </a:rPr>
              <a:t>​=</a:t>
            </a:r>
            <a:r>
              <a:rPr lang="en-US" sz="2000" b="0" i="1" dirty="0">
                <a:solidFill>
                  <a:srgbClr val="F9FAFB"/>
                </a:solidFill>
                <a:effectLst/>
                <a:latin typeface="Vazirmatn Light" pitchFamily="2" charset="-78"/>
                <a:cs typeface="Vazirmatn Light" pitchFamily="2" charset="-78"/>
              </a:rPr>
              <a:t>v</a:t>
            </a:r>
            <a:r>
              <a:rPr lang="en-US" sz="2000" b="0" i="0" dirty="0">
                <a:solidFill>
                  <a:srgbClr val="F9FAFB"/>
                </a:solidFill>
                <a:effectLst/>
                <a:latin typeface="Vazirmatn Light" pitchFamily="2" charset="-78"/>
                <a:cs typeface="Vazirmatn Light" pitchFamily="2" charset="-78"/>
              </a:rPr>
              <a:t>0​cos</a:t>
            </a:r>
            <a:r>
              <a:rPr lang="el-GR" sz="2000" b="0" i="0" dirty="0">
                <a:solidFill>
                  <a:srgbClr val="E3E3E3"/>
                </a:solidFill>
                <a:effectLst/>
                <a:latin typeface="Courier New" panose="02070309020205020404" pitchFamily="49" charset="0"/>
                <a:cs typeface="Vazirmatn Light" pitchFamily="2" charset="-78"/>
              </a:rPr>
              <a:t>θ</a:t>
            </a:r>
            <a:endParaRPr lang="en-US" sz="2000" b="0" i="0" dirty="0">
              <a:solidFill>
                <a:srgbClr val="E3E3E3"/>
              </a:solidFill>
              <a:effectLst/>
              <a:latin typeface="Vazirmatn Light" pitchFamily="2" charset="-78"/>
              <a:cs typeface="Vazirmatn Light" pitchFamily="2" charset="-78"/>
            </a:endParaRPr>
          </a:p>
          <a:p>
            <a:pPr algn="just" rtl="1"/>
            <a:r>
              <a:rPr lang="en-US" sz="2000" b="0" dirty="0">
                <a:solidFill>
                  <a:srgbClr val="F9FAFB"/>
                </a:solidFill>
                <a:effectLst/>
                <a:latin typeface="Vazirmatn Light" pitchFamily="2" charset="-78"/>
                <a:cs typeface="Vazirmatn Light" pitchFamily="2" charset="-78"/>
              </a:rPr>
              <a:t>v0</a:t>
            </a:r>
            <a:r>
              <a:rPr lang="en-US" sz="2000" dirty="0">
                <a:solidFill>
                  <a:srgbClr val="F9FAFB"/>
                </a:solidFill>
                <a:latin typeface="Vazirmatn Light" pitchFamily="2" charset="-78"/>
                <a:cs typeface="Vazirmatn Light" pitchFamily="2" charset="-78"/>
              </a:rPr>
              <a:t>y</a:t>
            </a:r>
            <a:r>
              <a:rPr lang="en-US" sz="2000" b="0" dirty="0">
                <a:solidFill>
                  <a:srgbClr val="F9FAFB"/>
                </a:solidFill>
                <a:effectLst/>
                <a:latin typeface="Vazirmatn Light" pitchFamily="2" charset="-78"/>
                <a:cs typeface="Vazirmatn Light" pitchFamily="2" charset="-78"/>
              </a:rPr>
              <a:t>​=v0​sin</a:t>
            </a:r>
            <a:r>
              <a:rPr lang="el-GR" sz="2000" b="0" dirty="0">
                <a:solidFill>
                  <a:srgbClr val="E3E3E3"/>
                </a:solidFill>
                <a:effectLst/>
                <a:latin typeface="Courier New" panose="02070309020205020404" pitchFamily="49" charset="0"/>
                <a:cs typeface="Vazirmatn Light" pitchFamily="2" charset="-78"/>
              </a:rPr>
              <a:t>θ</a:t>
            </a:r>
            <a:endParaRPr lang="fa-IR" sz="2000" dirty="0">
              <a:solidFill>
                <a:schemeClr val="bg1">
                  <a:lumMod val="95000"/>
                </a:schemeClr>
              </a:solidFill>
              <a:latin typeface="Vazirmatn Light" pitchFamily="2" charset="-78"/>
              <a:cs typeface="Vazirmatn Light" pitchFamily="2" charset="-78"/>
            </a:endParaRPr>
          </a:p>
          <a:p>
            <a:pPr algn="just" rtl="1"/>
            <a:r>
              <a:rPr lang="en-US" sz="2000" b="0" i="1" dirty="0" err="1">
                <a:solidFill>
                  <a:srgbClr val="F9FAFB"/>
                </a:solidFill>
                <a:effectLst/>
                <a:latin typeface="Vazirmatn Light" pitchFamily="2" charset="-78"/>
                <a:cs typeface="Vazirmatn Light" pitchFamily="2" charset="-78"/>
              </a:rPr>
              <a:t>vx</a:t>
            </a:r>
            <a:r>
              <a:rPr lang="en-US" sz="2000" b="0" i="0" dirty="0">
                <a:solidFill>
                  <a:srgbClr val="F9FAFB"/>
                </a:solidFill>
                <a:effectLst/>
                <a:latin typeface="Vazirmatn Light" pitchFamily="2" charset="-78"/>
                <a:cs typeface="Vazirmatn Light" pitchFamily="2" charset="-78"/>
              </a:rPr>
              <a:t>​=</a:t>
            </a:r>
            <a:r>
              <a:rPr lang="en-US" sz="2000" b="0" i="1" dirty="0">
                <a:solidFill>
                  <a:srgbClr val="F9FAFB"/>
                </a:solidFill>
                <a:effectLst/>
                <a:latin typeface="Vazirmatn Light" pitchFamily="2" charset="-78"/>
                <a:cs typeface="Vazirmatn Light" pitchFamily="2" charset="-78"/>
              </a:rPr>
              <a:t>v</a:t>
            </a:r>
            <a:r>
              <a:rPr lang="en-US" sz="2000" b="0" i="0" dirty="0">
                <a:solidFill>
                  <a:srgbClr val="F9FAFB"/>
                </a:solidFill>
                <a:effectLst/>
                <a:latin typeface="Vazirmatn Light" pitchFamily="2" charset="-78"/>
                <a:cs typeface="Vazirmatn Light" pitchFamily="2" charset="-78"/>
              </a:rPr>
              <a:t>0</a:t>
            </a:r>
            <a:r>
              <a:rPr lang="en-US" sz="2000" b="0" i="1" dirty="0">
                <a:solidFill>
                  <a:srgbClr val="F9FAFB"/>
                </a:solidFill>
                <a:effectLst/>
                <a:latin typeface="Vazirmatn Light" pitchFamily="2" charset="-78"/>
                <a:cs typeface="Vazirmatn Light" pitchFamily="2" charset="-78"/>
              </a:rPr>
              <a:t>x</a:t>
            </a:r>
            <a:r>
              <a:rPr lang="en-US" sz="2000" b="0" i="0" dirty="0">
                <a:solidFill>
                  <a:srgbClr val="F9FAFB"/>
                </a:solidFill>
                <a:effectLst/>
                <a:latin typeface="Vazirmatn Light" pitchFamily="2" charset="-78"/>
                <a:cs typeface="Vazirmatn Light" pitchFamily="2" charset="-78"/>
              </a:rPr>
              <a:t>​</a:t>
            </a:r>
            <a:endParaRPr lang="fa-IR" sz="2000" dirty="0">
              <a:solidFill>
                <a:schemeClr val="bg1">
                  <a:lumMod val="95000"/>
                </a:schemeClr>
              </a:solidFill>
              <a:latin typeface="Vazirmatn Light" pitchFamily="2" charset="-78"/>
              <a:cs typeface="Vazirmatn Light" pitchFamily="2" charset="-78"/>
            </a:endParaRPr>
          </a:p>
          <a:p>
            <a:pPr algn="just" rtl="1"/>
            <a:r>
              <a:rPr lang="en-US" sz="2000" b="0" dirty="0">
                <a:solidFill>
                  <a:srgbClr val="F9FAFB"/>
                </a:solidFill>
                <a:effectLst/>
                <a:latin typeface="Vazirmatn Light" pitchFamily="2" charset="-78"/>
                <a:cs typeface="Vazirmatn Light" pitchFamily="2" charset="-78"/>
              </a:rPr>
              <a:t>x=x0​+v0x​t</a:t>
            </a:r>
            <a:endParaRPr lang="fa-IR" sz="2000" b="0" dirty="0">
              <a:solidFill>
                <a:srgbClr val="F9FAFB"/>
              </a:solidFill>
              <a:effectLst/>
              <a:latin typeface="Vazirmatn Light" pitchFamily="2" charset="-78"/>
              <a:cs typeface="Vazirmatn Light" pitchFamily="2" charset="-78"/>
            </a:endParaRPr>
          </a:p>
          <a:p>
            <a:pPr algn="just" rtl="1"/>
            <a:endParaRPr lang="fa-IR" sz="2000" dirty="0">
              <a:solidFill>
                <a:schemeClr val="bg1">
                  <a:lumMod val="95000"/>
                </a:schemeClr>
              </a:solidFill>
              <a:latin typeface="Vazirmatn Light" pitchFamily="2" charset="-78"/>
              <a:cs typeface="Vazirmatn Light" pitchFamily="2" charset="-78"/>
            </a:endParaRPr>
          </a:p>
        </p:txBody>
      </p:sp>
      <mc:AlternateContent xmlns:mc="http://schemas.openxmlformats.org/markup-compatibility/2006">
        <mc:Choice xmlns:a14="http://schemas.microsoft.com/office/drawing/2010/main" Requires="a14">
          <p:sp>
            <p:nvSpPr>
              <p:cNvPr id="13" name="TextBox 12">
                <a:extLst>
                  <a:ext uri="{FF2B5EF4-FFF2-40B4-BE49-F238E27FC236}">
                    <a16:creationId xmlns:a16="http://schemas.microsoft.com/office/drawing/2014/main" id="{DC0E97BF-77D0-4BDA-A942-EE6120878B8D}"/>
                  </a:ext>
                </a:extLst>
              </p:cNvPr>
              <p:cNvSpPr txBox="1"/>
              <p:nvPr/>
            </p:nvSpPr>
            <p:spPr>
              <a:xfrm>
                <a:off x="12712649" y="1997013"/>
                <a:ext cx="3907762" cy="1015663"/>
              </a:xfrm>
              <a:prstGeom prst="rect">
                <a:avLst/>
              </a:prstGeom>
              <a:noFill/>
            </p:spPr>
            <p:txBody>
              <a:bodyPr wrap="square" rtlCol="1">
                <a:spAutoFit/>
              </a:bodyPr>
              <a:lstStyle/>
              <a:p>
                <a:pPr rtl="1"/>
                <a:r>
                  <a:rPr lang="es-ES" sz="2000" dirty="0">
                    <a:solidFill>
                      <a:srgbClr val="F9FAFB"/>
                    </a:solidFill>
                    <a:latin typeface="Vazirmatn Light" pitchFamily="2" charset="-78"/>
                    <a:cs typeface="Vazirmatn Light" pitchFamily="2" charset="-78"/>
                  </a:rPr>
                  <a:t>vy​=v0y​−</a:t>
                </a:r>
                <a:r>
                  <a:rPr lang="es-ES" sz="2000" dirty="0" err="1">
                    <a:solidFill>
                      <a:srgbClr val="F9FAFB"/>
                    </a:solidFill>
                    <a:latin typeface="Vazirmatn Light" pitchFamily="2" charset="-78"/>
                    <a:cs typeface="Vazirmatn Light" pitchFamily="2" charset="-78"/>
                  </a:rPr>
                  <a:t>gt</a:t>
                </a:r>
                <a:r>
                  <a:rPr lang="es-ES" sz="2000" dirty="0">
                    <a:solidFill>
                      <a:srgbClr val="F9FAFB"/>
                    </a:solidFill>
                    <a:latin typeface="Vazirmatn Light" pitchFamily="2" charset="-78"/>
                    <a:cs typeface="Vazirmatn Light" pitchFamily="2" charset="-78"/>
                  </a:rPr>
                  <a:t>=v0​sin</a:t>
                </a:r>
                <a:r>
                  <a:rPr lang="el-GR" sz="2000" dirty="0">
                    <a:solidFill>
                      <a:srgbClr val="E3E3E3"/>
                    </a:solidFill>
                    <a:latin typeface="Courier New" panose="02070309020205020404" pitchFamily="49" charset="0"/>
                    <a:cs typeface="Vazirmatn Light" pitchFamily="2" charset="-78"/>
                  </a:rPr>
                  <a:t>θ</a:t>
                </a:r>
                <a:r>
                  <a:rPr lang="es-ES" sz="2000" dirty="0">
                    <a:solidFill>
                      <a:srgbClr val="F9FAFB"/>
                    </a:solidFill>
                    <a:latin typeface="Vazirmatn Light" pitchFamily="2" charset="-78"/>
                    <a:cs typeface="Vazirmatn Light" pitchFamily="2" charset="-78"/>
                  </a:rPr>
                  <a:t>−</a:t>
                </a:r>
                <a:r>
                  <a:rPr lang="es-ES" sz="2000" dirty="0" err="1">
                    <a:solidFill>
                      <a:srgbClr val="F9FAFB"/>
                    </a:solidFill>
                    <a:latin typeface="Vazirmatn Light" pitchFamily="2" charset="-78"/>
                    <a:cs typeface="Vazirmatn Light" pitchFamily="2" charset="-78"/>
                  </a:rPr>
                  <a:t>gt</a:t>
                </a:r>
                <a:br>
                  <a:rPr lang="es-ES" sz="2000" dirty="0">
                    <a:solidFill>
                      <a:srgbClr val="F9FAFB"/>
                    </a:solidFill>
                    <a:latin typeface="Vazirmatn Light" pitchFamily="2" charset="-78"/>
                    <a:cs typeface="Vazirmatn Light" pitchFamily="2" charset="-78"/>
                  </a:rPr>
                </a:br>
                <a:r>
                  <a:rPr lang="es-ES" sz="2000" dirty="0">
                    <a:solidFill>
                      <a:srgbClr val="F9FAFB"/>
                    </a:solidFill>
                    <a:latin typeface="Vazirmatn Light" pitchFamily="2" charset="-78"/>
                    <a:cs typeface="Vazirmatn Light" pitchFamily="2" charset="-78"/>
                  </a:rPr>
                  <a:t>y=</a:t>
                </a:r>
                <a:r>
                  <a:rPr lang="en-US" sz="2000" dirty="0">
                    <a:solidFill>
                      <a:schemeClr val="bg1">
                        <a:lumMod val="95000"/>
                      </a:schemeClr>
                    </a:solidFill>
                    <a:latin typeface="Vazirmatn Light" pitchFamily="2" charset="-78"/>
                    <a:cs typeface="Vazirmatn Light" pitchFamily="2" charset="-78"/>
                  </a:rPr>
                  <a:t>-1/2g</a:t>
                </a:r>
                <a14:m>
                  <m:oMath xmlns:m="http://schemas.openxmlformats.org/officeDocument/2006/math">
                    <m:sSup>
                      <m:sSupPr>
                        <m:ctrlPr>
                          <a:rPr lang="en-US" sz="2000" i="1">
                            <a:solidFill>
                              <a:schemeClr val="bg1">
                                <a:lumMod val="95000"/>
                              </a:schemeClr>
                            </a:solidFill>
                            <a:latin typeface="Cambria Math" panose="02040503050406030204" pitchFamily="18" charset="0"/>
                            <a:cs typeface="Vazirmatn Light" pitchFamily="2" charset="-78"/>
                          </a:rPr>
                        </m:ctrlPr>
                      </m:sSupPr>
                      <m:e>
                        <m:r>
                          <a:rPr lang="en-US" sz="2000" i="1">
                            <a:solidFill>
                              <a:schemeClr val="bg1">
                                <a:lumMod val="95000"/>
                              </a:schemeClr>
                            </a:solidFill>
                            <a:latin typeface="Cambria Math" panose="02040503050406030204" pitchFamily="18" charset="0"/>
                            <a:cs typeface="Vazirmatn Light" pitchFamily="2" charset="-78"/>
                          </a:rPr>
                          <m:t>𝑡</m:t>
                        </m:r>
                      </m:e>
                      <m:sup>
                        <m:r>
                          <a:rPr lang="en-US" sz="2000" i="1">
                            <a:solidFill>
                              <a:schemeClr val="bg1">
                                <a:lumMod val="95000"/>
                              </a:schemeClr>
                            </a:solidFill>
                            <a:latin typeface="Cambria Math" panose="02040503050406030204" pitchFamily="18" charset="0"/>
                            <a:cs typeface="Vazirmatn Light" pitchFamily="2" charset="-78"/>
                          </a:rPr>
                          <m:t>2</m:t>
                        </m:r>
                      </m:sup>
                    </m:sSup>
                  </m:oMath>
                </a14:m>
                <a:r>
                  <a:rPr lang="en-US" sz="2000" dirty="0">
                    <a:solidFill>
                      <a:schemeClr val="bg1">
                        <a:lumMod val="95000"/>
                      </a:schemeClr>
                    </a:solidFill>
                    <a:latin typeface="Vazirmatn Light" pitchFamily="2" charset="-78"/>
                    <a:cs typeface="Vazirmatn Light" pitchFamily="2" charset="-78"/>
                  </a:rPr>
                  <a:t>+v0t</a:t>
                </a:r>
                <a:br>
                  <a:rPr lang="es-ES" sz="2000" dirty="0">
                    <a:latin typeface="Vazirmatn Light" pitchFamily="2" charset="-78"/>
                    <a:cs typeface="Vazirmatn Light" pitchFamily="2" charset="-78"/>
                  </a:rPr>
                </a:br>
                <a:endParaRPr lang="fa-IR" sz="2000" dirty="0">
                  <a:solidFill>
                    <a:schemeClr val="bg1">
                      <a:lumMod val="95000"/>
                    </a:schemeClr>
                  </a:solidFill>
                  <a:latin typeface="Vazirmatn Light" pitchFamily="2" charset="-78"/>
                  <a:cs typeface="Vazirmatn Light" pitchFamily="2" charset="-78"/>
                </a:endParaRPr>
              </a:p>
            </p:txBody>
          </p:sp>
        </mc:Choice>
        <mc:Fallback>
          <p:sp>
            <p:nvSpPr>
              <p:cNvPr id="13" name="TextBox 12">
                <a:extLst>
                  <a:ext uri="{FF2B5EF4-FFF2-40B4-BE49-F238E27FC236}">
                    <a16:creationId xmlns:a16="http://schemas.microsoft.com/office/drawing/2014/main" id="{DC0E97BF-77D0-4BDA-A942-EE6120878B8D}"/>
                  </a:ext>
                </a:extLst>
              </p:cNvPr>
              <p:cNvSpPr txBox="1">
                <a:spLocks noRot="1" noChangeAspect="1" noMove="1" noResize="1" noEditPoints="1" noAdjustHandles="1" noChangeArrowheads="1" noChangeShapeType="1" noTextEdit="1"/>
              </p:cNvSpPr>
              <p:nvPr/>
            </p:nvSpPr>
            <p:spPr>
              <a:xfrm>
                <a:off x="12712649" y="1997013"/>
                <a:ext cx="3907762" cy="1015663"/>
              </a:xfrm>
              <a:prstGeom prst="rect">
                <a:avLst/>
              </a:prstGeom>
              <a:blipFill>
                <a:blip r:embed="rId4"/>
                <a:stretch>
                  <a:fillRect l="-3276" t="-4819" b="-10241"/>
                </a:stretch>
              </a:blipFill>
            </p:spPr>
            <p:txBody>
              <a:bodyPr/>
              <a:lstStyle/>
              <a:p>
                <a:r>
                  <a:rPr lang="fa-IR">
                    <a:noFill/>
                  </a:rPr>
                  <a:t> </a:t>
                </a:r>
              </a:p>
            </p:txBody>
          </p:sp>
        </mc:Fallback>
      </mc:AlternateContent>
      <p:sp>
        <p:nvSpPr>
          <p:cNvPr id="14" name="TextBox 13">
            <a:extLst>
              <a:ext uri="{FF2B5EF4-FFF2-40B4-BE49-F238E27FC236}">
                <a16:creationId xmlns:a16="http://schemas.microsoft.com/office/drawing/2014/main" id="{65C23D67-765D-4765-A357-AABBB2BAC971}"/>
              </a:ext>
            </a:extLst>
          </p:cNvPr>
          <p:cNvSpPr txBox="1"/>
          <p:nvPr/>
        </p:nvSpPr>
        <p:spPr>
          <a:xfrm>
            <a:off x="15588269" y="3845340"/>
            <a:ext cx="3754554" cy="461665"/>
          </a:xfrm>
          <a:prstGeom prst="rect">
            <a:avLst/>
          </a:prstGeom>
          <a:noFill/>
        </p:spPr>
        <p:txBody>
          <a:bodyPr wrap="none" rtlCol="1">
            <a:spAutoFit/>
          </a:bodyPr>
          <a:lstStyle/>
          <a:p>
            <a:r>
              <a:rPr lang="fa-IR" sz="2400" dirty="0">
                <a:solidFill>
                  <a:schemeClr val="bg1"/>
                </a:solidFill>
                <a:latin typeface="Vazirmatn Medium" pitchFamily="2" charset="-78"/>
                <a:cs typeface="Vazirmatn Medium" pitchFamily="2" charset="-78"/>
              </a:rPr>
              <a:t>چیز هایی که از کاربر میگیریم:</a:t>
            </a:r>
          </a:p>
        </p:txBody>
      </p:sp>
      <p:sp>
        <p:nvSpPr>
          <p:cNvPr id="15" name="TextBox 14">
            <a:extLst>
              <a:ext uri="{FF2B5EF4-FFF2-40B4-BE49-F238E27FC236}">
                <a16:creationId xmlns:a16="http://schemas.microsoft.com/office/drawing/2014/main" id="{B0003B54-770E-4087-8125-B5084453F266}"/>
              </a:ext>
            </a:extLst>
          </p:cNvPr>
          <p:cNvSpPr txBox="1"/>
          <p:nvPr/>
        </p:nvSpPr>
        <p:spPr>
          <a:xfrm>
            <a:off x="17293697" y="4307005"/>
            <a:ext cx="2026793" cy="1719702"/>
          </a:xfrm>
          <a:prstGeom prst="rect">
            <a:avLst/>
          </a:prstGeom>
          <a:noFill/>
        </p:spPr>
        <p:txBody>
          <a:bodyPr wrap="square" rtlCol="1">
            <a:spAutoFit/>
          </a:bodyPr>
          <a:lstStyle/>
          <a:p>
            <a:pPr marL="342900" indent="-342900" algn="r" rtl="1">
              <a:lnSpc>
                <a:spcPct val="150000"/>
              </a:lnSpc>
              <a:buFont typeface="Arial" panose="020B0604020202020204" pitchFamily="34" charset="0"/>
              <a:buChar char="•"/>
            </a:pPr>
            <a:r>
              <a:rPr lang="fa-IR" dirty="0">
                <a:solidFill>
                  <a:schemeClr val="bg1">
                    <a:lumMod val="95000"/>
                  </a:schemeClr>
                </a:solidFill>
                <a:latin typeface="Vazirmatn Medium" pitchFamily="2" charset="-78"/>
                <a:cs typeface="Vazirmatn Medium" pitchFamily="2" charset="-78"/>
              </a:rPr>
              <a:t>ارتفاع اولیه</a:t>
            </a:r>
          </a:p>
          <a:p>
            <a:pPr marL="342900" indent="-342900" algn="r" rtl="1">
              <a:lnSpc>
                <a:spcPct val="150000"/>
              </a:lnSpc>
              <a:buFont typeface="Arial" panose="020B0604020202020204" pitchFamily="34" charset="0"/>
              <a:buChar char="•"/>
            </a:pPr>
            <a:r>
              <a:rPr lang="fa-IR" dirty="0">
                <a:solidFill>
                  <a:schemeClr val="bg1">
                    <a:lumMod val="95000"/>
                  </a:schemeClr>
                </a:solidFill>
                <a:latin typeface="Vazirmatn Medium" pitchFamily="2" charset="-78"/>
                <a:cs typeface="Vazirmatn Medium" pitchFamily="2" charset="-78"/>
              </a:rPr>
              <a:t>سرعت اولیه</a:t>
            </a:r>
          </a:p>
          <a:p>
            <a:pPr marL="342900" indent="-342900" algn="r" rtl="1">
              <a:lnSpc>
                <a:spcPct val="150000"/>
              </a:lnSpc>
              <a:buFont typeface="Arial" panose="020B0604020202020204" pitchFamily="34" charset="0"/>
              <a:buChar char="•"/>
            </a:pPr>
            <a:r>
              <a:rPr lang="fa-IR" dirty="0">
                <a:solidFill>
                  <a:schemeClr val="bg1">
                    <a:lumMod val="95000"/>
                  </a:schemeClr>
                </a:solidFill>
                <a:latin typeface="Vazirmatn Medium" pitchFamily="2" charset="-78"/>
                <a:cs typeface="Vazirmatn Medium" pitchFamily="2" charset="-78"/>
              </a:rPr>
              <a:t>زاویه پرتاب</a:t>
            </a:r>
          </a:p>
          <a:p>
            <a:pPr marL="342900" indent="-342900" algn="r" rtl="1">
              <a:lnSpc>
                <a:spcPct val="150000"/>
              </a:lnSpc>
              <a:buFont typeface="Arial" panose="020B0604020202020204" pitchFamily="34" charset="0"/>
              <a:buChar char="•"/>
            </a:pPr>
            <a:r>
              <a:rPr lang="fa-IR" dirty="0">
                <a:solidFill>
                  <a:schemeClr val="bg1">
                    <a:lumMod val="95000"/>
                  </a:schemeClr>
                </a:solidFill>
                <a:latin typeface="Vazirmatn Medium" pitchFamily="2" charset="-78"/>
                <a:cs typeface="Vazirmatn Medium" pitchFamily="2" charset="-78"/>
              </a:rPr>
              <a:t>زمان</a:t>
            </a:r>
          </a:p>
        </p:txBody>
      </p:sp>
    </p:spTree>
    <p:extLst>
      <p:ext uri="{BB962C8B-B14F-4D97-AF65-F5344CB8AC3E}">
        <p14:creationId xmlns:p14="http://schemas.microsoft.com/office/powerpoint/2010/main" val="142114108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B73C9AC-13F7-8609-45D1-69E3E9B74AA6}"/>
              </a:ext>
            </a:extLst>
          </p:cNvPr>
          <p:cNvPicPr>
            <a:picLocks noChangeAspect="1"/>
          </p:cNvPicPr>
          <p:nvPr/>
        </p:nvPicPr>
        <p:blipFill rotWithShape="1">
          <a:blip r:embed="rId2">
            <a:extLst>
              <a:ext uri="{28A0092B-C50C-407E-A947-70E740481C1C}">
                <a14:useLocalDpi xmlns:a14="http://schemas.microsoft.com/office/drawing/2010/main" val="0"/>
              </a:ext>
            </a:extLst>
          </a:blip>
          <a:srcRect t="7802" b="7802"/>
          <a:stretch/>
        </p:blipFill>
        <p:spPr>
          <a:xfrm>
            <a:off x="0" y="0"/>
            <a:ext cx="12192000" cy="6858000"/>
          </a:xfrm>
          <a:prstGeom prst="rect">
            <a:avLst/>
          </a:prstGeom>
        </p:spPr>
      </p:pic>
      <p:pic>
        <p:nvPicPr>
          <p:cNvPr id="3" name="Picture 2">
            <a:extLst>
              <a:ext uri="{FF2B5EF4-FFF2-40B4-BE49-F238E27FC236}">
                <a16:creationId xmlns:a16="http://schemas.microsoft.com/office/drawing/2014/main" id="{124D0B5E-7088-4C43-BA64-129DC016FC8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5953" y="2109802"/>
            <a:ext cx="4628244" cy="2118235"/>
          </a:xfrm>
          <a:prstGeom prst="rect">
            <a:avLst/>
          </a:prstGeom>
        </p:spPr>
      </p:pic>
      <p:sp>
        <p:nvSpPr>
          <p:cNvPr id="16" name="TextBox 15">
            <a:extLst>
              <a:ext uri="{FF2B5EF4-FFF2-40B4-BE49-F238E27FC236}">
                <a16:creationId xmlns:a16="http://schemas.microsoft.com/office/drawing/2014/main" id="{AABA8B9B-E047-4EA2-A1C1-53F6A01DA3A1}"/>
              </a:ext>
            </a:extLst>
          </p:cNvPr>
          <p:cNvSpPr txBox="1"/>
          <p:nvPr/>
        </p:nvSpPr>
        <p:spPr>
          <a:xfrm>
            <a:off x="-8621422" y="918864"/>
            <a:ext cx="6627135" cy="646331"/>
          </a:xfrm>
          <a:prstGeom prst="rect">
            <a:avLst/>
          </a:prstGeom>
          <a:noFill/>
        </p:spPr>
        <p:txBody>
          <a:bodyPr wrap="none" rtlCol="1">
            <a:spAutoFit/>
          </a:bodyPr>
          <a:lstStyle/>
          <a:p>
            <a:r>
              <a:rPr lang="fa-IR" sz="3600" dirty="0">
                <a:solidFill>
                  <a:schemeClr val="bg1"/>
                </a:solidFill>
                <a:latin typeface="Vazirmatn Medium" pitchFamily="2" charset="-78"/>
                <a:cs typeface="Vazirmatn Medium" pitchFamily="2" charset="-78"/>
              </a:rPr>
              <a:t>مسئله و آزمایش های فیزیکی سایت</a:t>
            </a:r>
          </a:p>
        </p:txBody>
      </p:sp>
      <p:sp>
        <p:nvSpPr>
          <p:cNvPr id="25" name="TextBox 24">
            <a:extLst>
              <a:ext uri="{FF2B5EF4-FFF2-40B4-BE49-F238E27FC236}">
                <a16:creationId xmlns:a16="http://schemas.microsoft.com/office/drawing/2014/main" id="{8A7E89E9-9E99-4423-81C4-0D589727A241}"/>
              </a:ext>
            </a:extLst>
          </p:cNvPr>
          <p:cNvSpPr txBox="1"/>
          <p:nvPr/>
        </p:nvSpPr>
        <p:spPr>
          <a:xfrm>
            <a:off x="-3321984" y="1764317"/>
            <a:ext cx="1196161" cy="461665"/>
          </a:xfrm>
          <a:prstGeom prst="rect">
            <a:avLst/>
          </a:prstGeom>
          <a:noFill/>
        </p:spPr>
        <p:txBody>
          <a:bodyPr wrap="none" rtlCol="1">
            <a:spAutoFit/>
          </a:bodyPr>
          <a:lstStyle/>
          <a:p>
            <a:pPr marL="342900" indent="-342900" algn="r" rtl="1">
              <a:buFont typeface="Arial" panose="020B0604020202020204" pitchFamily="34" charset="0"/>
              <a:buChar char="•"/>
            </a:pPr>
            <a:r>
              <a:rPr lang="fa-IR" sz="2400" dirty="0">
                <a:solidFill>
                  <a:schemeClr val="bg1"/>
                </a:solidFill>
                <a:latin typeface="Vazirmatn Medium" pitchFamily="2" charset="-78"/>
                <a:cs typeface="Vazirmatn Medium" pitchFamily="2" charset="-78"/>
              </a:rPr>
              <a:t>پرتابه</a:t>
            </a:r>
          </a:p>
        </p:txBody>
      </p:sp>
      <p:sp>
        <p:nvSpPr>
          <p:cNvPr id="26" name="TextBox 25">
            <a:extLst>
              <a:ext uri="{FF2B5EF4-FFF2-40B4-BE49-F238E27FC236}">
                <a16:creationId xmlns:a16="http://schemas.microsoft.com/office/drawing/2014/main" id="{3443697C-A913-45AE-8915-C945D803E873}"/>
              </a:ext>
            </a:extLst>
          </p:cNvPr>
          <p:cNvSpPr txBox="1"/>
          <p:nvPr/>
        </p:nvSpPr>
        <p:spPr>
          <a:xfrm>
            <a:off x="-3892653" y="2279957"/>
            <a:ext cx="1766830" cy="461665"/>
          </a:xfrm>
          <a:prstGeom prst="rect">
            <a:avLst/>
          </a:prstGeom>
          <a:noFill/>
        </p:spPr>
        <p:txBody>
          <a:bodyPr wrap="none" rtlCol="1">
            <a:spAutoFit/>
          </a:bodyPr>
          <a:lstStyle/>
          <a:p>
            <a:pPr marL="342900" indent="-342900" algn="r" rtl="1">
              <a:buFont typeface="Arial" panose="020B0604020202020204" pitchFamily="34" charset="0"/>
              <a:buChar char="•"/>
            </a:pPr>
            <a:r>
              <a:rPr lang="fa-IR" sz="2400" dirty="0">
                <a:solidFill>
                  <a:schemeClr val="bg1"/>
                </a:solidFill>
                <a:latin typeface="Vazirmatn Medium" pitchFamily="2" charset="-78"/>
                <a:cs typeface="Vazirmatn Medium" pitchFamily="2" charset="-78"/>
              </a:rPr>
              <a:t>سقوط آزاد</a:t>
            </a:r>
          </a:p>
        </p:txBody>
      </p:sp>
      <p:sp>
        <p:nvSpPr>
          <p:cNvPr id="27" name="TextBox 26">
            <a:extLst>
              <a:ext uri="{FF2B5EF4-FFF2-40B4-BE49-F238E27FC236}">
                <a16:creationId xmlns:a16="http://schemas.microsoft.com/office/drawing/2014/main" id="{9FF55D64-17C9-465D-BE6B-3FBE394CE8D5}"/>
              </a:ext>
            </a:extLst>
          </p:cNvPr>
          <p:cNvSpPr txBox="1"/>
          <p:nvPr/>
        </p:nvSpPr>
        <p:spPr>
          <a:xfrm>
            <a:off x="-2986955" y="2831816"/>
            <a:ext cx="861133" cy="461665"/>
          </a:xfrm>
          <a:prstGeom prst="rect">
            <a:avLst/>
          </a:prstGeom>
          <a:noFill/>
        </p:spPr>
        <p:txBody>
          <a:bodyPr wrap="none" rtlCol="1">
            <a:spAutoFit/>
          </a:bodyPr>
          <a:lstStyle/>
          <a:p>
            <a:pPr marL="342900" indent="-342900" algn="r" rtl="1">
              <a:buFont typeface="Arial" panose="020B0604020202020204" pitchFamily="34" charset="0"/>
              <a:buChar char="•"/>
            </a:pPr>
            <a:r>
              <a:rPr lang="fa-IR" sz="2400" dirty="0">
                <a:solidFill>
                  <a:schemeClr val="bg1"/>
                </a:solidFill>
                <a:latin typeface="Vazirmatn Medium" pitchFamily="2" charset="-78"/>
                <a:cs typeface="Vazirmatn Medium" pitchFamily="2" charset="-78"/>
              </a:rPr>
              <a:t>کار</a:t>
            </a:r>
          </a:p>
        </p:txBody>
      </p:sp>
      <p:sp>
        <p:nvSpPr>
          <p:cNvPr id="28" name="TextBox 27">
            <a:extLst>
              <a:ext uri="{FF2B5EF4-FFF2-40B4-BE49-F238E27FC236}">
                <a16:creationId xmlns:a16="http://schemas.microsoft.com/office/drawing/2014/main" id="{A20DD156-E561-4FE5-8D3D-E881D47BA6DD}"/>
              </a:ext>
            </a:extLst>
          </p:cNvPr>
          <p:cNvSpPr txBox="1"/>
          <p:nvPr/>
        </p:nvSpPr>
        <p:spPr>
          <a:xfrm>
            <a:off x="-5268029" y="3383675"/>
            <a:ext cx="3142207" cy="461665"/>
          </a:xfrm>
          <a:prstGeom prst="rect">
            <a:avLst/>
          </a:prstGeom>
          <a:noFill/>
        </p:spPr>
        <p:txBody>
          <a:bodyPr wrap="none" rtlCol="1">
            <a:spAutoFit/>
          </a:bodyPr>
          <a:lstStyle/>
          <a:p>
            <a:pPr marL="342900" indent="-342900" algn="r" rtl="1">
              <a:buFont typeface="Arial" panose="020B0604020202020204" pitchFamily="34" charset="0"/>
              <a:buChar char="•"/>
            </a:pPr>
            <a:r>
              <a:rPr lang="fa-IR" sz="2400" dirty="0">
                <a:solidFill>
                  <a:schemeClr val="bg1"/>
                </a:solidFill>
                <a:latin typeface="Vazirmatn Medium" pitchFamily="2" charset="-78"/>
                <a:cs typeface="Vazirmatn Medium" pitchFamily="2" charset="-78"/>
              </a:rPr>
              <a:t>انرژی پتانسیل گرانشی</a:t>
            </a:r>
          </a:p>
        </p:txBody>
      </p:sp>
      <p:sp>
        <p:nvSpPr>
          <p:cNvPr id="32" name="TextBox 31">
            <a:extLst>
              <a:ext uri="{FF2B5EF4-FFF2-40B4-BE49-F238E27FC236}">
                <a16:creationId xmlns:a16="http://schemas.microsoft.com/office/drawing/2014/main" id="{8710D83E-91C6-42A5-A985-C86EC7F0B704}"/>
              </a:ext>
            </a:extLst>
          </p:cNvPr>
          <p:cNvSpPr txBox="1"/>
          <p:nvPr/>
        </p:nvSpPr>
        <p:spPr>
          <a:xfrm>
            <a:off x="7348943" y="918864"/>
            <a:ext cx="4770858" cy="646331"/>
          </a:xfrm>
          <a:prstGeom prst="rect">
            <a:avLst/>
          </a:prstGeom>
          <a:noFill/>
        </p:spPr>
        <p:txBody>
          <a:bodyPr wrap="none" rtlCol="1">
            <a:spAutoFit/>
          </a:bodyPr>
          <a:lstStyle/>
          <a:p>
            <a:r>
              <a:rPr lang="fa-IR" sz="3600" dirty="0">
                <a:solidFill>
                  <a:schemeClr val="bg1"/>
                </a:solidFill>
                <a:latin typeface="Vazirmatn Medium" pitchFamily="2" charset="-78"/>
                <a:cs typeface="Vazirmatn Medium" pitchFamily="2" charset="-78"/>
              </a:rPr>
              <a:t>فرمول های آزمایش پرتابه</a:t>
            </a:r>
          </a:p>
        </p:txBody>
      </p:sp>
      <p:sp>
        <p:nvSpPr>
          <p:cNvPr id="33" name="TextBox 32">
            <a:extLst>
              <a:ext uri="{FF2B5EF4-FFF2-40B4-BE49-F238E27FC236}">
                <a16:creationId xmlns:a16="http://schemas.microsoft.com/office/drawing/2014/main" id="{23330CB9-759E-4D59-98DD-15F369195F4A}"/>
              </a:ext>
            </a:extLst>
          </p:cNvPr>
          <p:cNvSpPr txBox="1"/>
          <p:nvPr/>
        </p:nvSpPr>
        <p:spPr>
          <a:xfrm>
            <a:off x="8630213" y="1997013"/>
            <a:ext cx="2226840" cy="1631216"/>
          </a:xfrm>
          <a:prstGeom prst="rect">
            <a:avLst/>
          </a:prstGeom>
          <a:noFill/>
        </p:spPr>
        <p:txBody>
          <a:bodyPr wrap="square" rtlCol="1">
            <a:spAutoFit/>
          </a:bodyPr>
          <a:lstStyle/>
          <a:p>
            <a:pPr algn="just" rtl="1"/>
            <a:r>
              <a:rPr lang="en-US" sz="2000" b="0" i="1" dirty="0">
                <a:solidFill>
                  <a:srgbClr val="F9FAFB"/>
                </a:solidFill>
                <a:effectLst/>
                <a:latin typeface="Vazirmatn Light" pitchFamily="2" charset="-78"/>
                <a:cs typeface="Vazirmatn Light" pitchFamily="2" charset="-78"/>
              </a:rPr>
              <a:t>v</a:t>
            </a:r>
            <a:r>
              <a:rPr lang="en-US" sz="2000" b="0" i="0" dirty="0">
                <a:solidFill>
                  <a:srgbClr val="F9FAFB"/>
                </a:solidFill>
                <a:effectLst/>
                <a:latin typeface="Vazirmatn Light" pitchFamily="2" charset="-78"/>
                <a:cs typeface="Vazirmatn Light" pitchFamily="2" charset="-78"/>
              </a:rPr>
              <a:t>0</a:t>
            </a:r>
            <a:r>
              <a:rPr lang="en-US" sz="2000" b="0" i="1" dirty="0">
                <a:solidFill>
                  <a:srgbClr val="F9FAFB"/>
                </a:solidFill>
                <a:effectLst/>
                <a:latin typeface="Vazirmatn Light" pitchFamily="2" charset="-78"/>
                <a:cs typeface="Vazirmatn Light" pitchFamily="2" charset="-78"/>
              </a:rPr>
              <a:t>x</a:t>
            </a:r>
            <a:r>
              <a:rPr lang="en-US" sz="2000" b="0" i="0" dirty="0">
                <a:solidFill>
                  <a:srgbClr val="F9FAFB"/>
                </a:solidFill>
                <a:effectLst/>
                <a:latin typeface="Vazirmatn Light" pitchFamily="2" charset="-78"/>
                <a:cs typeface="Vazirmatn Light" pitchFamily="2" charset="-78"/>
              </a:rPr>
              <a:t>​=</a:t>
            </a:r>
            <a:r>
              <a:rPr lang="en-US" sz="2000" b="0" i="1" dirty="0">
                <a:solidFill>
                  <a:srgbClr val="F9FAFB"/>
                </a:solidFill>
                <a:effectLst/>
                <a:latin typeface="Vazirmatn Light" pitchFamily="2" charset="-78"/>
                <a:cs typeface="Vazirmatn Light" pitchFamily="2" charset="-78"/>
              </a:rPr>
              <a:t>v</a:t>
            </a:r>
            <a:r>
              <a:rPr lang="en-US" sz="2000" b="0" i="0" dirty="0">
                <a:solidFill>
                  <a:srgbClr val="F9FAFB"/>
                </a:solidFill>
                <a:effectLst/>
                <a:latin typeface="Vazirmatn Light" pitchFamily="2" charset="-78"/>
                <a:cs typeface="Vazirmatn Light" pitchFamily="2" charset="-78"/>
              </a:rPr>
              <a:t>0​cos</a:t>
            </a:r>
            <a:r>
              <a:rPr lang="el-GR" sz="2000" b="0" i="0" dirty="0">
                <a:solidFill>
                  <a:srgbClr val="E3E3E3"/>
                </a:solidFill>
                <a:effectLst/>
                <a:latin typeface="Courier New" panose="02070309020205020404" pitchFamily="49" charset="0"/>
                <a:cs typeface="Vazirmatn Light" pitchFamily="2" charset="-78"/>
              </a:rPr>
              <a:t>θ</a:t>
            </a:r>
            <a:endParaRPr lang="en-US" sz="2000" b="0" i="0" dirty="0">
              <a:solidFill>
                <a:srgbClr val="E3E3E3"/>
              </a:solidFill>
              <a:effectLst/>
              <a:latin typeface="Vazirmatn Light" pitchFamily="2" charset="-78"/>
              <a:cs typeface="Vazirmatn Light" pitchFamily="2" charset="-78"/>
            </a:endParaRPr>
          </a:p>
          <a:p>
            <a:pPr algn="just" rtl="1"/>
            <a:r>
              <a:rPr lang="en-US" sz="2000" b="0" dirty="0">
                <a:solidFill>
                  <a:srgbClr val="F9FAFB"/>
                </a:solidFill>
                <a:effectLst/>
                <a:latin typeface="Vazirmatn Light" pitchFamily="2" charset="-78"/>
                <a:cs typeface="Vazirmatn Light" pitchFamily="2" charset="-78"/>
              </a:rPr>
              <a:t>v0</a:t>
            </a:r>
            <a:r>
              <a:rPr lang="en-US" sz="2000" dirty="0">
                <a:solidFill>
                  <a:srgbClr val="F9FAFB"/>
                </a:solidFill>
                <a:latin typeface="Vazirmatn Light" pitchFamily="2" charset="-78"/>
                <a:cs typeface="Vazirmatn Light" pitchFamily="2" charset="-78"/>
              </a:rPr>
              <a:t>y</a:t>
            </a:r>
            <a:r>
              <a:rPr lang="en-US" sz="2000" b="0" dirty="0">
                <a:solidFill>
                  <a:srgbClr val="F9FAFB"/>
                </a:solidFill>
                <a:effectLst/>
                <a:latin typeface="Vazirmatn Light" pitchFamily="2" charset="-78"/>
                <a:cs typeface="Vazirmatn Light" pitchFamily="2" charset="-78"/>
              </a:rPr>
              <a:t>​=v0​sin</a:t>
            </a:r>
            <a:r>
              <a:rPr lang="el-GR" sz="2000" b="0" dirty="0">
                <a:solidFill>
                  <a:srgbClr val="E3E3E3"/>
                </a:solidFill>
                <a:effectLst/>
                <a:latin typeface="Courier New" panose="02070309020205020404" pitchFamily="49" charset="0"/>
                <a:cs typeface="Vazirmatn Light" pitchFamily="2" charset="-78"/>
              </a:rPr>
              <a:t>θ</a:t>
            </a:r>
            <a:endParaRPr lang="fa-IR" sz="2000" dirty="0">
              <a:solidFill>
                <a:schemeClr val="bg1">
                  <a:lumMod val="95000"/>
                </a:schemeClr>
              </a:solidFill>
              <a:latin typeface="Vazirmatn Light" pitchFamily="2" charset="-78"/>
              <a:cs typeface="Vazirmatn Light" pitchFamily="2" charset="-78"/>
            </a:endParaRPr>
          </a:p>
          <a:p>
            <a:pPr algn="just" rtl="1"/>
            <a:r>
              <a:rPr lang="en-US" sz="2000" b="0" i="1" dirty="0" err="1">
                <a:solidFill>
                  <a:srgbClr val="F9FAFB"/>
                </a:solidFill>
                <a:effectLst/>
                <a:latin typeface="Vazirmatn Light" pitchFamily="2" charset="-78"/>
                <a:cs typeface="Vazirmatn Light" pitchFamily="2" charset="-78"/>
              </a:rPr>
              <a:t>vx</a:t>
            </a:r>
            <a:r>
              <a:rPr lang="en-US" sz="2000" b="0" i="0" dirty="0">
                <a:solidFill>
                  <a:srgbClr val="F9FAFB"/>
                </a:solidFill>
                <a:effectLst/>
                <a:latin typeface="Vazirmatn Light" pitchFamily="2" charset="-78"/>
                <a:cs typeface="Vazirmatn Light" pitchFamily="2" charset="-78"/>
              </a:rPr>
              <a:t>​=</a:t>
            </a:r>
            <a:r>
              <a:rPr lang="en-US" sz="2000" b="0" i="1" dirty="0">
                <a:solidFill>
                  <a:srgbClr val="F9FAFB"/>
                </a:solidFill>
                <a:effectLst/>
                <a:latin typeface="Vazirmatn Light" pitchFamily="2" charset="-78"/>
                <a:cs typeface="Vazirmatn Light" pitchFamily="2" charset="-78"/>
              </a:rPr>
              <a:t>v</a:t>
            </a:r>
            <a:r>
              <a:rPr lang="en-US" sz="2000" b="0" i="0" dirty="0">
                <a:solidFill>
                  <a:srgbClr val="F9FAFB"/>
                </a:solidFill>
                <a:effectLst/>
                <a:latin typeface="Vazirmatn Light" pitchFamily="2" charset="-78"/>
                <a:cs typeface="Vazirmatn Light" pitchFamily="2" charset="-78"/>
              </a:rPr>
              <a:t>0</a:t>
            </a:r>
            <a:r>
              <a:rPr lang="en-US" sz="2000" b="0" i="1" dirty="0">
                <a:solidFill>
                  <a:srgbClr val="F9FAFB"/>
                </a:solidFill>
                <a:effectLst/>
                <a:latin typeface="Vazirmatn Light" pitchFamily="2" charset="-78"/>
                <a:cs typeface="Vazirmatn Light" pitchFamily="2" charset="-78"/>
              </a:rPr>
              <a:t>x</a:t>
            </a:r>
            <a:r>
              <a:rPr lang="en-US" sz="2000" b="0" i="0" dirty="0">
                <a:solidFill>
                  <a:srgbClr val="F9FAFB"/>
                </a:solidFill>
                <a:effectLst/>
                <a:latin typeface="Vazirmatn Light" pitchFamily="2" charset="-78"/>
                <a:cs typeface="Vazirmatn Light" pitchFamily="2" charset="-78"/>
              </a:rPr>
              <a:t>​</a:t>
            </a:r>
            <a:endParaRPr lang="fa-IR" sz="2000" dirty="0">
              <a:solidFill>
                <a:schemeClr val="bg1">
                  <a:lumMod val="95000"/>
                </a:schemeClr>
              </a:solidFill>
              <a:latin typeface="Vazirmatn Light" pitchFamily="2" charset="-78"/>
              <a:cs typeface="Vazirmatn Light" pitchFamily="2" charset="-78"/>
            </a:endParaRPr>
          </a:p>
          <a:p>
            <a:pPr algn="just" rtl="1"/>
            <a:r>
              <a:rPr lang="en-US" sz="2000" b="0" dirty="0">
                <a:solidFill>
                  <a:srgbClr val="F9FAFB"/>
                </a:solidFill>
                <a:effectLst/>
                <a:latin typeface="Vazirmatn Light" pitchFamily="2" charset="-78"/>
                <a:cs typeface="Vazirmatn Light" pitchFamily="2" charset="-78"/>
              </a:rPr>
              <a:t>x=x0​+v0x​t</a:t>
            </a:r>
            <a:endParaRPr lang="fa-IR" sz="2000" b="0" dirty="0">
              <a:solidFill>
                <a:srgbClr val="F9FAFB"/>
              </a:solidFill>
              <a:effectLst/>
              <a:latin typeface="Vazirmatn Light" pitchFamily="2" charset="-78"/>
              <a:cs typeface="Vazirmatn Light" pitchFamily="2" charset="-78"/>
            </a:endParaRPr>
          </a:p>
          <a:p>
            <a:pPr algn="just" rtl="1"/>
            <a:endParaRPr lang="fa-IR" sz="2000" dirty="0">
              <a:solidFill>
                <a:schemeClr val="bg1">
                  <a:lumMod val="95000"/>
                </a:schemeClr>
              </a:solidFill>
              <a:latin typeface="Vazirmatn Light" pitchFamily="2" charset="-78"/>
              <a:cs typeface="Vazirmatn Light" pitchFamily="2" charset="-78"/>
            </a:endParaRPr>
          </a:p>
        </p:txBody>
      </p:sp>
      <p:sp>
        <p:nvSpPr>
          <p:cNvPr id="11" name="TextBox 10">
            <a:extLst>
              <a:ext uri="{FF2B5EF4-FFF2-40B4-BE49-F238E27FC236}">
                <a16:creationId xmlns:a16="http://schemas.microsoft.com/office/drawing/2014/main" id="{374ABDDD-7062-4C78-BB41-6C5875B62D81}"/>
              </a:ext>
            </a:extLst>
          </p:cNvPr>
          <p:cNvSpPr txBox="1"/>
          <p:nvPr/>
        </p:nvSpPr>
        <p:spPr>
          <a:xfrm>
            <a:off x="16645343" y="888384"/>
            <a:ext cx="2637260" cy="646331"/>
          </a:xfrm>
          <a:prstGeom prst="rect">
            <a:avLst/>
          </a:prstGeom>
          <a:noFill/>
        </p:spPr>
        <p:txBody>
          <a:bodyPr wrap="none" rtlCol="1">
            <a:spAutoFit/>
          </a:bodyPr>
          <a:lstStyle/>
          <a:p>
            <a:r>
              <a:rPr lang="fa-IR" sz="3600" dirty="0">
                <a:solidFill>
                  <a:schemeClr val="bg1"/>
                </a:solidFill>
                <a:latin typeface="Vazirmatn Medium" pitchFamily="2" charset="-78"/>
                <a:cs typeface="Vazirmatn Medium" pitchFamily="2" charset="-78"/>
              </a:rPr>
              <a:t>آزمایش پرتابه</a:t>
            </a:r>
          </a:p>
        </p:txBody>
      </p:sp>
      <p:sp>
        <p:nvSpPr>
          <p:cNvPr id="12" name="TextBox 11">
            <a:extLst>
              <a:ext uri="{FF2B5EF4-FFF2-40B4-BE49-F238E27FC236}">
                <a16:creationId xmlns:a16="http://schemas.microsoft.com/office/drawing/2014/main" id="{08826FFD-9244-4AFC-AF77-3E35F1B2BD3B}"/>
              </a:ext>
            </a:extLst>
          </p:cNvPr>
          <p:cNvSpPr txBox="1"/>
          <p:nvPr/>
        </p:nvSpPr>
        <p:spPr>
          <a:xfrm>
            <a:off x="13528763" y="1741646"/>
            <a:ext cx="5806440" cy="1938992"/>
          </a:xfrm>
          <a:prstGeom prst="rect">
            <a:avLst/>
          </a:prstGeom>
          <a:noFill/>
        </p:spPr>
        <p:txBody>
          <a:bodyPr wrap="square" rtlCol="1">
            <a:spAutoFit/>
          </a:bodyPr>
          <a:lstStyle/>
          <a:p>
            <a:pPr algn="just" rtl="1"/>
            <a:r>
              <a:rPr lang="fa-IR" sz="2000" dirty="0">
                <a:solidFill>
                  <a:schemeClr val="bg1">
                    <a:lumMod val="95000"/>
                  </a:schemeClr>
                </a:solidFill>
                <a:latin typeface="Vazirmatn Light" pitchFamily="2" charset="-78"/>
                <a:cs typeface="Vazirmatn Light" pitchFamily="2" charset="-78"/>
              </a:rPr>
              <a:t>به حرکتی که در آن یک جسم فقط تحت تاثیر نیروی گرانش، مسیرش تعیین شود، حرکت پرتابه گفته می‌شود. جسم پرتاب شده را «پرتابه» می‌نامند. با صرف نظر کردن از نیروی اصطکاک هوا، پرتاب دیسک، موشک (در مسیری طولانی) و حتی شوت کردن توپ فوتبال، نمونه‌هایی از این نوع حرکت محسوب می‌شوند. </a:t>
            </a:r>
          </a:p>
        </p:txBody>
      </p:sp>
      <mc:AlternateContent xmlns:mc="http://schemas.openxmlformats.org/markup-compatibility/2006">
        <mc:Choice xmlns:a14="http://schemas.microsoft.com/office/drawing/2010/main" Requires="a14">
          <p:sp>
            <p:nvSpPr>
              <p:cNvPr id="14" name="TextBox 13">
                <a:extLst>
                  <a:ext uri="{FF2B5EF4-FFF2-40B4-BE49-F238E27FC236}">
                    <a16:creationId xmlns:a16="http://schemas.microsoft.com/office/drawing/2014/main" id="{DBC3DB75-34ED-4EDA-91AB-B23BD4F63CD6}"/>
                  </a:ext>
                </a:extLst>
              </p:cNvPr>
              <p:cNvSpPr txBox="1"/>
              <p:nvPr/>
            </p:nvSpPr>
            <p:spPr>
              <a:xfrm>
                <a:off x="5883579" y="2008588"/>
                <a:ext cx="2746634" cy="1015663"/>
              </a:xfrm>
              <a:prstGeom prst="rect">
                <a:avLst/>
              </a:prstGeom>
              <a:noFill/>
            </p:spPr>
            <p:txBody>
              <a:bodyPr wrap="square" rtlCol="1">
                <a:spAutoFit/>
              </a:bodyPr>
              <a:lstStyle/>
              <a:p>
                <a:pPr rtl="1"/>
                <a:r>
                  <a:rPr lang="es-ES" sz="2000" b="0" dirty="0">
                    <a:solidFill>
                      <a:srgbClr val="F9FAFB"/>
                    </a:solidFill>
                    <a:effectLst/>
                    <a:latin typeface="Vazirmatn Light" pitchFamily="2" charset="-78"/>
                    <a:cs typeface="Vazirmatn Light" pitchFamily="2" charset="-78"/>
                  </a:rPr>
                  <a:t>vy​=v0y​−</a:t>
                </a:r>
                <a:r>
                  <a:rPr lang="es-ES" sz="2000" b="0" dirty="0" err="1">
                    <a:solidFill>
                      <a:srgbClr val="F9FAFB"/>
                    </a:solidFill>
                    <a:effectLst/>
                    <a:latin typeface="Vazirmatn Light" pitchFamily="2" charset="-78"/>
                    <a:cs typeface="Vazirmatn Light" pitchFamily="2" charset="-78"/>
                  </a:rPr>
                  <a:t>gt</a:t>
                </a:r>
                <a:r>
                  <a:rPr lang="es-ES" sz="2000" b="0" dirty="0">
                    <a:solidFill>
                      <a:srgbClr val="F9FAFB"/>
                    </a:solidFill>
                    <a:effectLst/>
                    <a:latin typeface="Vazirmatn Light" pitchFamily="2" charset="-78"/>
                    <a:cs typeface="Vazirmatn Light" pitchFamily="2" charset="-78"/>
                  </a:rPr>
                  <a:t>=v0​sin</a:t>
                </a:r>
                <a:r>
                  <a:rPr lang="el-GR" sz="2000" b="0" dirty="0">
                    <a:solidFill>
                      <a:srgbClr val="E3E3E3"/>
                    </a:solidFill>
                    <a:effectLst/>
                    <a:latin typeface="Courier New" panose="02070309020205020404" pitchFamily="49" charset="0"/>
                    <a:cs typeface="Vazirmatn Light" pitchFamily="2" charset="-78"/>
                  </a:rPr>
                  <a:t>θ</a:t>
                </a:r>
                <a:r>
                  <a:rPr lang="es-ES" sz="2000" b="0" dirty="0">
                    <a:solidFill>
                      <a:srgbClr val="F9FAFB"/>
                    </a:solidFill>
                    <a:effectLst/>
                    <a:latin typeface="Vazirmatn Light" pitchFamily="2" charset="-78"/>
                    <a:cs typeface="Vazirmatn Light" pitchFamily="2" charset="-78"/>
                  </a:rPr>
                  <a:t>−</a:t>
                </a:r>
                <a:r>
                  <a:rPr lang="es-ES" sz="2000" b="0" dirty="0" err="1">
                    <a:solidFill>
                      <a:srgbClr val="F9FAFB"/>
                    </a:solidFill>
                    <a:effectLst/>
                    <a:latin typeface="Vazirmatn Light" pitchFamily="2" charset="-78"/>
                    <a:cs typeface="Vazirmatn Light" pitchFamily="2" charset="-78"/>
                  </a:rPr>
                  <a:t>gt</a:t>
                </a:r>
                <a:br>
                  <a:rPr lang="es-ES" sz="2000" b="0" dirty="0">
                    <a:solidFill>
                      <a:srgbClr val="F9FAFB"/>
                    </a:solidFill>
                    <a:effectLst/>
                    <a:latin typeface="Vazirmatn Light" pitchFamily="2" charset="-78"/>
                    <a:cs typeface="Vazirmatn Light" pitchFamily="2" charset="-78"/>
                  </a:rPr>
                </a:br>
                <a:r>
                  <a:rPr lang="es-ES" sz="2000" b="0" dirty="0">
                    <a:solidFill>
                      <a:srgbClr val="F9FAFB"/>
                    </a:solidFill>
                    <a:effectLst/>
                    <a:latin typeface="Vazirmatn Light" pitchFamily="2" charset="-78"/>
                    <a:cs typeface="Vazirmatn Light" pitchFamily="2" charset="-78"/>
                  </a:rPr>
                  <a:t>y=</a:t>
                </a:r>
                <a:r>
                  <a:rPr lang="en-US" sz="2000" dirty="0">
                    <a:solidFill>
                      <a:schemeClr val="bg1">
                        <a:lumMod val="95000"/>
                      </a:schemeClr>
                    </a:solidFill>
                    <a:latin typeface="Vazirmatn Light" pitchFamily="2" charset="-78"/>
                    <a:cs typeface="Vazirmatn Light" pitchFamily="2" charset="-78"/>
                  </a:rPr>
                  <a:t>-1/2g</a:t>
                </a:r>
                <a14:m>
                  <m:oMath xmlns:m="http://schemas.openxmlformats.org/officeDocument/2006/math">
                    <m:sSup>
                      <m:sSupPr>
                        <m:ctrlPr>
                          <a:rPr lang="en-US" sz="2000" i="1">
                            <a:solidFill>
                              <a:schemeClr val="bg1">
                                <a:lumMod val="95000"/>
                              </a:schemeClr>
                            </a:solidFill>
                            <a:latin typeface="Cambria Math" panose="02040503050406030204" pitchFamily="18" charset="0"/>
                            <a:cs typeface="Vazirmatn Light" pitchFamily="2" charset="-78"/>
                          </a:rPr>
                        </m:ctrlPr>
                      </m:sSupPr>
                      <m:e>
                        <m:r>
                          <a:rPr lang="en-US" sz="2000" i="1">
                            <a:solidFill>
                              <a:schemeClr val="bg1">
                                <a:lumMod val="95000"/>
                              </a:schemeClr>
                            </a:solidFill>
                            <a:latin typeface="Cambria Math" panose="02040503050406030204" pitchFamily="18" charset="0"/>
                            <a:cs typeface="Vazirmatn Light" pitchFamily="2" charset="-78"/>
                          </a:rPr>
                          <m:t>𝑡</m:t>
                        </m:r>
                      </m:e>
                      <m:sup>
                        <m:r>
                          <a:rPr lang="en-US" sz="2000" i="1">
                            <a:solidFill>
                              <a:schemeClr val="bg1">
                                <a:lumMod val="95000"/>
                              </a:schemeClr>
                            </a:solidFill>
                            <a:latin typeface="Cambria Math" panose="02040503050406030204" pitchFamily="18" charset="0"/>
                            <a:cs typeface="Vazirmatn Light" pitchFamily="2" charset="-78"/>
                          </a:rPr>
                          <m:t>2</m:t>
                        </m:r>
                      </m:sup>
                    </m:sSup>
                  </m:oMath>
                </a14:m>
                <a:r>
                  <a:rPr lang="en-US" sz="2000" dirty="0">
                    <a:solidFill>
                      <a:schemeClr val="bg1">
                        <a:lumMod val="95000"/>
                      </a:schemeClr>
                    </a:solidFill>
                    <a:latin typeface="Vazirmatn Light" pitchFamily="2" charset="-78"/>
                    <a:cs typeface="Vazirmatn Light" pitchFamily="2" charset="-78"/>
                  </a:rPr>
                  <a:t>+v0t</a:t>
                </a:r>
                <a:br>
                  <a:rPr lang="es-ES" sz="2000" dirty="0">
                    <a:latin typeface="Vazirmatn Light" pitchFamily="2" charset="-78"/>
                    <a:cs typeface="Vazirmatn Light" pitchFamily="2" charset="-78"/>
                  </a:rPr>
                </a:br>
                <a:endParaRPr lang="fa-IR" sz="2000" dirty="0">
                  <a:solidFill>
                    <a:schemeClr val="bg1">
                      <a:lumMod val="95000"/>
                    </a:schemeClr>
                  </a:solidFill>
                  <a:latin typeface="Vazirmatn Light" pitchFamily="2" charset="-78"/>
                  <a:cs typeface="Vazirmatn Light" pitchFamily="2" charset="-78"/>
                </a:endParaRPr>
              </a:p>
            </p:txBody>
          </p:sp>
        </mc:Choice>
        <mc:Fallback>
          <p:sp>
            <p:nvSpPr>
              <p:cNvPr id="14" name="TextBox 13">
                <a:extLst>
                  <a:ext uri="{FF2B5EF4-FFF2-40B4-BE49-F238E27FC236}">
                    <a16:creationId xmlns:a16="http://schemas.microsoft.com/office/drawing/2014/main" id="{DBC3DB75-34ED-4EDA-91AB-B23BD4F63CD6}"/>
                  </a:ext>
                </a:extLst>
              </p:cNvPr>
              <p:cNvSpPr txBox="1">
                <a:spLocks noRot="1" noChangeAspect="1" noMove="1" noResize="1" noEditPoints="1" noAdjustHandles="1" noChangeArrowheads="1" noChangeShapeType="1" noTextEdit="1"/>
              </p:cNvSpPr>
              <p:nvPr/>
            </p:nvSpPr>
            <p:spPr>
              <a:xfrm>
                <a:off x="5883579" y="2008588"/>
                <a:ext cx="2746634" cy="1015663"/>
              </a:xfrm>
              <a:prstGeom prst="rect">
                <a:avLst/>
              </a:prstGeom>
              <a:blipFill>
                <a:blip r:embed="rId4"/>
                <a:stretch>
                  <a:fillRect l="-4656" t="-4192" b="-9581"/>
                </a:stretch>
              </a:blipFill>
            </p:spPr>
            <p:txBody>
              <a:bodyPr/>
              <a:lstStyle/>
              <a:p>
                <a:r>
                  <a:rPr lang="fa-IR">
                    <a:noFill/>
                  </a:rPr>
                  <a:t> </a:t>
                </a:r>
              </a:p>
            </p:txBody>
          </p:sp>
        </mc:Fallback>
      </mc:AlternateContent>
      <p:sp>
        <p:nvSpPr>
          <p:cNvPr id="15" name="TextBox 14">
            <a:extLst>
              <a:ext uri="{FF2B5EF4-FFF2-40B4-BE49-F238E27FC236}">
                <a16:creationId xmlns:a16="http://schemas.microsoft.com/office/drawing/2014/main" id="{994A6102-AE56-4742-81B6-EB1AF312D7DA}"/>
              </a:ext>
            </a:extLst>
          </p:cNvPr>
          <p:cNvSpPr txBox="1"/>
          <p:nvPr/>
        </p:nvSpPr>
        <p:spPr>
          <a:xfrm>
            <a:off x="8473926" y="-3996037"/>
            <a:ext cx="3493264" cy="646331"/>
          </a:xfrm>
          <a:prstGeom prst="rect">
            <a:avLst/>
          </a:prstGeom>
          <a:noFill/>
        </p:spPr>
        <p:txBody>
          <a:bodyPr wrap="none" rtlCol="1">
            <a:spAutoFit/>
          </a:bodyPr>
          <a:lstStyle/>
          <a:p>
            <a:r>
              <a:rPr lang="fa-IR" sz="3600" dirty="0">
                <a:solidFill>
                  <a:schemeClr val="bg1"/>
                </a:solidFill>
                <a:latin typeface="Vazirmatn Medium" pitchFamily="2" charset="-78"/>
                <a:cs typeface="Vazirmatn Medium" pitchFamily="2" charset="-78"/>
              </a:rPr>
              <a:t>آزمایش سقوط آزاد</a:t>
            </a:r>
          </a:p>
        </p:txBody>
      </p:sp>
      <p:sp>
        <p:nvSpPr>
          <p:cNvPr id="17" name="TextBox 16">
            <a:extLst>
              <a:ext uri="{FF2B5EF4-FFF2-40B4-BE49-F238E27FC236}">
                <a16:creationId xmlns:a16="http://schemas.microsoft.com/office/drawing/2014/main" id="{3C27AD0E-25BE-4700-9E60-C36183C9F23A}"/>
              </a:ext>
            </a:extLst>
          </p:cNvPr>
          <p:cNvSpPr txBox="1"/>
          <p:nvPr/>
        </p:nvSpPr>
        <p:spPr>
          <a:xfrm>
            <a:off x="6183083" y="-3295174"/>
            <a:ext cx="5806440" cy="1631216"/>
          </a:xfrm>
          <a:prstGeom prst="rect">
            <a:avLst/>
          </a:prstGeom>
          <a:noFill/>
        </p:spPr>
        <p:txBody>
          <a:bodyPr wrap="square" rtlCol="1">
            <a:spAutoFit/>
          </a:bodyPr>
          <a:lstStyle/>
          <a:p>
            <a:pPr algn="just" rtl="1"/>
            <a:r>
              <a:rPr lang="fa-IR" sz="2000" dirty="0">
                <a:solidFill>
                  <a:schemeClr val="bg1">
                    <a:lumMod val="95000"/>
                  </a:schemeClr>
                </a:solidFill>
                <a:latin typeface="Vazirmatn Light" pitchFamily="2" charset="-78"/>
                <a:cs typeface="Vazirmatn Light" pitchFamily="2" charset="-78"/>
              </a:rPr>
              <a:t> به سقوطی که مقاومت (اصطکاک) هوا در آن‌ها وجود ندارد. به این حالت (بدون مقاومت هوا)، حرکت سقوط آزاد گفته می‌شود. در این حالت نیرو گرانشی باعث می‌شود که اجسام به سمت مرکز زمین با شتاب ثابت گرانشی سقوط کنند.</a:t>
            </a:r>
          </a:p>
        </p:txBody>
      </p:sp>
      <p:sp>
        <p:nvSpPr>
          <p:cNvPr id="18" name="TextBox 17">
            <a:extLst>
              <a:ext uri="{FF2B5EF4-FFF2-40B4-BE49-F238E27FC236}">
                <a16:creationId xmlns:a16="http://schemas.microsoft.com/office/drawing/2014/main" id="{49C25310-41DF-45BB-8162-3090E3D95554}"/>
              </a:ext>
            </a:extLst>
          </p:cNvPr>
          <p:cNvSpPr txBox="1"/>
          <p:nvPr/>
        </p:nvSpPr>
        <p:spPr>
          <a:xfrm>
            <a:off x="8234969" y="3845340"/>
            <a:ext cx="3754554" cy="461665"/>
          </a:xfrm>
          <a:prstGeom prst="rect">
            <a:avLst/>
          </a:prstGeom>
          <a:noFill/>
        </p:spPr>
        <p:txBody>
          <a:bodyPr wrap="none" rtlCol="1">
            <a:spAutoFit/>
          </a:bodyPr>
          <a:lstStyle/>
          <a:p>
            <a:r>
              <a:rPr lang="fa-IR" sz="2400" dirty="0">
                <a:solidFill>
                  <a:schemeClr val="bg1"/>
                </a:solidFill>
                <a:latin typeface="Vazirmatn Medium" pitchFamily="2" charset="-78"/>
                <a:cs typeface="Vazirmatn Medium" pitchFamily="2" charset="-78"/>
              </a:rPr>
              <a:t>چیز هایی که از کاربر میگیریم:</a:t>
            </a:r>
          </a:p>
        </p:txBody>
      </p:sp>
      <p:sp>
        <p:nvSpPr>
          <p:cNvPr id="19" name="TextBox 18">
            <a:extLst>
              <a:ext uri="{FF2B5EF4-FFF2-40B4-BE49-F238E27FC236}">
                <a16:creationId xmlns:a16="http://schemas.microsoft.com/office/drawing/2014/main" id="{F32441B1-7F9B-4805-B464-54E55432FFD5}"/>
              </a:ext>
            </a:extLst>
          </p:cNvPr>
          <p:cNvSpPr txBox="1"/>
          <p:nvPr/>
        </p:nvSpPr>
        <p:spPr>
          <a:xfrm>
            <a:off x="9940397" y="4307005"/>
            <a:ext cx="2026793" cy="1719702"/>
          </a:xfrm>
          <a:prstGeom prst="rect">
            <a:avLst/>
          </a:prstGeom>
          <a:noFill/>
        </p:spPr>
        <p:txBody>
          <a:bodyPr wrap="square" rtlCol="1">
            <a:spAutoFit/>
          </a:bodyPr>
          <a:lstStyle/>
          <a:p>
            <a:pPr marL="342900" indent="-342900" algn="r" rtl="1">
              <a:lnSpc>
                <a:spcPct val="150000"/>
              </a:lnSpc>
              <a:buFont typeface="Arial" panose="020B0604020202020204" pitchFamily="34" charset="0"/>
              <a:buChar char="•"/>
            </a:pPr>
            <a:r>
              <a:rPr lang="fa-IR" dirty="0">
                <a:solidFill>
                  <a:schemeClr val="bg1">
                    <a:lumMod val="95000"/>
                  </a:schemeClr>
                </a:solidFill>
                <a:latin typeface="Vazirmatn Medium" pitchFamily="2" charset="-78"/>
                <a:cs typeface="Vazirmatn Medium" pitchFamily="2" charset="-78"/>
              </a:rPr>
              <a:t>ارتفاع اولیه</a:t>
            </a:r>
          </a:p>
          <a:p>
            <a:pPr marL="342900" indent="-342900" algn="r" rtl="1">
              <a:lnSpc>
                <a:spcPct val="150000"/>
              </a:lnSpc>
              <a:buFont typeface="Arial" panose="020B0604020202020204" pitchFamily="34" charset="0"/>
              <a:buChar char="•"/>
            </a:pPr>
            <a:r>
              <a:rPr lang="fa-IR" dirty="0">
                <a:solidFill>
                  <a:schemeClr val="bg1">
                    <a:lumMod val="95000"/>
                  </a:schemeClr>
                </a:solidFill>
                <a:latin typeface="Vazirmatn Medium" pitchFamily="2" charset="-78"/>
                <a:cs typeface="Vazirmatn Medium" pitchFamily="2" charset="-78"/>
              </a:rPr>
              <a:t>سرعت اولیه</a:t>
            </a:r>
          </a:p>
          <a:p>
            <a:pPr marL="342900" indent="-342900" algn="r" rtl="1">
              <a:lnSpc>
                <a:spcPct val="150000"/>
              </a:lnSpc>
              <a:buFont typeface="Arial" panose="020B0604020202020204" pitchFamily="34" charset="0"/>
              <a:buChar char="•"/>
            </a:pPr>
            <a:r>
              <a:rPr lang="fa-IR" dirty="0">
                <a:solidFill>
                  <a:schemeClr val="bg1">
                    <a:lumMod val="95000"/>
                  </a:schemeClr>
                </a:solidFill>
                <a:latin typeface="Vazirmatn Medium" pitchFamily="2" charset="-78"/>
                <a:cs typeface="Vazirmatn Medium" pitchFamily="2" charset="-78"/>
              </a:rPr>
              <a:t>زاویه پرتاب</a:t>
            </a:r>
          </a:p>
          <a:p>
            <a:pPr marL="342900" indent="-342900" algn="r" rtl="1">
              <a:lnSpc>
                <a:spcPct val="150000"/>
              </a:lnSpc>
              <a:buFont typeface="Arial" panose="020B0604020202020204" pitchFamily="34" charset="0"/>
              <a:buChar char="•"/>
            </a:pPr>
            <a:r>
              <a:rPr lang="fa-IR" dirty="0">
                <a:solidFill>
                  <a:schemeClr val="bg1">
                    <a:lumMod val="95000"/>
                  </a:schemeClr>
                </a:solidFill>
                <a:latin typeface="Vazirmatn Medium" pitchFamily="2" charset="-78"/>
                <a:cs typeface="Vazirmatn Medium" pitchFamily="2" charset="-78"/>
              </a:rPr>
              <a:t>زمان</a:t>
            </a:r>
          </a:p>
        </p:txBody>
      </p:sp>
    </p:spTree>
    <p:extLst>
      <p:ext uri="{BB962C8B-B14F-4D97-AF65-F5344CB8AC3E}">
        <p14:creationId xmlns:p14="http://schemas.microsoft.com/office/powerpoint/2010/main" val="56554788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B73C9AC-13F7-8609-45D1-69E3E9B74AA6}"/>
              </a:ext>
            </a:extLst>
          </p:cNvPr>
          <p:cNvPicPr>
            <a:picLocks noChangeAspect="1"/>
          </p:cNvPicPr>
          <p:nvPr/>
        </p:nvPicPr>
        <p:blipFill rotWithShape="1">
          <a:blip r:embed="rId2">
            <a:extLst>
              <a:ext uri="{28A0092B-C50C-407E-A947-70E740481C1C}">
                <a14:useLocalDpi xmlns:a14="http://schemas.microsoft.com/office/drawing/2010/main" val="0"/>
              </a:ext>
            </a:extLst>
          </a:blip>
          <a:srcRect t="7802" b="7802"/>
          <a:stretch/>
        </p:blipFill>
        <p:spPr>
          <a:xfrm>
            <a:off x="0" y="0"/>
            <a:ext cx="12192000" cy="6858000"/>
          </a:xfrm>
          <a:prstGeom prst="rect">
            <a:avLst/>
          </a:prstGeom>
        </p:spPr>
      </p:pic>
      <p:pic>
        <p:nvPicPr>
          <p:cNvPr id="3" name="Picture 2">
            <a:extLst>
              <a:ext uri="{FF2B5EF4-FFF2-40B4-BE49-F238E27FC236}">
                <a16:creationId xmlns:a16="http://schemas.microsoft.com/office/drawing/2014/main" id="{124D0B5E-7088-4C43-BA64-129DC016FC8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5953" y="2109802"/>
            <a:ext cx="4628244" cy="2118235"/>
          </a:xfrm>
          <a:prstGeom prst="rect">
            <a:avLst/>
          </a:prstGeom>
        </p:spPr>
      </p:pic>
      <p:sp>
        <p:nvSpPr>
          <p:cNvPr id="32" name="TextBox 31">
            <a:extLst>
              <a:ext uri="{FF2B5EF4-FFF2-40B4-BE49-F238E27FC236}">
                <a16:creationId xmlns:a16="http://schemas.microsoft.com/office/drawing/2014/main" id="{8710D83E-91C6-42A5-A985-C86EC7F0B704}"/>
              </a:ext>
            </a:extLst>
          </p:cNvPr>
          <p:cNvSpPr txBox="1"/>
          <p:nvPr/>
        </p:nvSpPr>
        <p:spPr>
          <a:xfrm>
            <a:off x="8473926" y="1071263"/>
            <a:ext cx="3493264" cy="646331"/>
          </a:xfrm>
          <a:prstGeom prst="rect">
            <a:avLst/>
          </a:prstGeom>
          <a:noFill/>
        </p:spPr>
        <p:txBody>
          <a:bodyPr wrap="none" rtlCol="1">
            <a:spAutoFit/>
          </a:bodyPr>
          <a:lstStyle/>
          <a:p>
            <a:r>
              <a:rPr lang="fa-IR" sz="3600" dirty="0">
                <a:solidFill>
                  <a:schemeClr val="bg1"/>
                </a:solidFill>
                <a:latin typeface="Vazirmatn Medium" pitchFamily="2" charset="-78"/>
                <a:cs typeface="Vazirmatn Medium" pitchFamily="2" charset="-78"/>
              </a:rPr>
              <a:t>آزمایش سقوط آزاد</a:t>
            </a:r>
          </a:p>
        </p:txBody>
      </p:sp>
      <p:sp>
        <p:nvSpPr>
          <p:cNvPr id="15" name="TextBox 14">
            <a:extLst>
              <a:ext uri="{FF2B5EF4-FFF2-40B4-BE49-F238E27FC236}">
                <a16:creationId xmlns:a16="http://schemas.microsoft.com/office/drawing/2014/main" id="{1C3EBA81-8414-4112-9454-1C247366C9AC}"/>
              </a:ext>
            </a:extLst>
          </p:cNvPr>
          <p:cNvSpPr txBox="1"/>
          <p:nvPr/>
        </p:nvSpPr>
        <p:spPr>
          <a:xfrm>
            <a:off x="15235643" y="1071264"/>
            <a:ext cx="4770858" cy="646331"/>
          </a:xfrm>
          <a:prstGeom prst="rect">
            <a:avLst/>
          </a:prstGeom>
          <a:noFill/>
        </p:spPr>
        <p:txBody>
          <a:bodyPr wrap="none" rtlCol="1">
            <a:spAutoFit/>
          </a:bodyPr>
          <a:lstStyle/>
          <a:p>
            <a:r>
              <a:rPr lang="fa-IR" sz="3600" dirty="0">
                <a:solidFill>
                  <a:schemeClr val="bg1"/>
                </a:solidFill>
                <a:latin typeface="Vazirmatn Medium" pitchFamily="2" charset="-78"/>
                <a:cs typeface="Vazirmatn Medium" pitchFamily="2" charset="-78"/>
              </a:rPr>
              <a:t>فرمول های آزمایش پرتابه</a:t>
            </a:r>
          </a:p>
        </p:txBody>
      </p:sp>
      <p:sp>
        <p:nvSpPr>
          <p:cNvPr id="17" name="TextBox 16">
            <a:extLst>
              <a:ext uri="{FF2B5EF4-FFF2-40B4-BE49-F238E27FC236}">
                <a16:creationId xmlns:a16="http://schemas.microsoft.com/office/drawing/2014/main" id="{DC37E9FC-D95D-4F79-BE96-266FCAF138A0}"/>
              </a:ext>
            </a:extLst>
          </p:cNvPr>
          <p:cNvSpPr txBox="1"/>
          <p:nvPr/>
        </p:nvSpPr>
        <p:spPr>
          <a:xfrm>
            <a:off x="16516913" y="2149413"/>
            <a:ext cx="2226840" cy="1631216"/>
          </a:xfrm>
          <a:prstGeom prst="rect">
            <a:avLst/>
          </a:prstGeom>
          <a:noFill/>
        </p:spPr>
        <p:txBody>
          <a:bodyPr wrap="square" rtlCol="1">
            <a:spAutoFit/>
          </a:bodyPr>
          <a:lstStyle/>
          <a:p>
            <a:pPr algn="just" rtl="1"/>
            <a:r>
              <a:rPr lang="en-US" sz="2000" b="0" i="1" dirty="0">
                <a:solidFill>
                  <a:srgbClr val="F9FAFB"/>
                </a:solidFill>
                <a:effectLst/>
                <a:latin typeface="Vazirmatn Light" pitchFamily="2" charset="-78"/>
                <a:cs typeface="Vazirmatn Light" pitchFamily="2" charset="-78"/>
              </a:rPr>
              <a:t>v</a:t>
            </a:r>
            <a:r>
              <a:rPr lang="en-US" sz="2000" b="0" i="0" dirty="0">
                <a:solidFill>
                  <a:srgbClr val="F9FAFB"/>
                </a:solidFill>
                <a:effectLst/>
                <a:latin typeface="Vazirmatn Light" pitchFamily="2" charset="-78"/>
                <a:cs typeface="Vazirmatn Light" pitchFamily="2" charset="-78"/>
              </a:rPr>
              <a:t>0</a:t>
            </a:r>
            <a:r>
              <a:rPr lang="en-US" sz="2000" b="0" i="1" dirty="0">
                <a:solidFill>
                  <a:srgbClr val="F9FAFB"/>
                </a:solidFill>
                <a:effectLst/>
                <a:latin typeface="Vazirmatn Light" pitchFamily="2" charset="-78"/>
                <a:cs typeface="Vazirmatn Light" pitchFamily="2" charset="-78"/>
              </a:rPr>
              <a:t>x</a:t>
            </a:r>
            <a:r>
              <a:rPr lang="en-US" sz="2000" b="0" i="0" dirty="0">
                <a:solidFill>
                  <a:srgbClr val="F9FAFB"/>
                </a:solidFill>
                <a:effectLst/>
                <a:latin typeface="Vazirmatn Light" pitchFamily="2" charset="-78"/>
                <a:cs typeface="Vazirmatn Light" pitchFamily="2" charset="-78"/>
              </a:rPr>
              <a:t>​=</a:t>
            </a:r>
            <a:r>
              <a:rPr lang="en-US" sz="2000" b="0" i="1" dirty="0">
                <a:solidFill>
                  <a:srgbClr val="F9FAFB"/>
                </a:solidFill>
                <a:effectLst/>
                <a:latin typeface="Vazirmatn Light" pitchFamily="2" charset="-78"/>
                <a:cs typeface="Vazirmatn Light" pitchFamily="2" charset="-78"/>
              </a:rPr>
              <a:t>v</a:t>
            </a:r>
            <a:r>
              <a:rPr lang="en-US" sz="2000" b="0" i="0" dirty="0">
                <a:solidFill>
                  <a:srgbClr val="F9FAFB"/>
                </a:solidFill>
                <a:effectLst/>
                <a:latin typeface="Vazirmatn Light" pitchFamily="2" charset="-78"/>
                <a:cs typeface="Vazirmatn Light" pitchFamily="2" charset="-78"/>
              </a:rPr>
              <a:t>0​cos</a:t>
            </a:r>
            <a:r>
              <a:rPr lang="el-GR" sz="2000" b="0" i="0" dirty="0">
                <a:solidFill>
                  <a:srgbClr val="E3E3E3"/>
                </a:solidFill>
                <a:effectLst/>
                <a:latin typeface="Courier New" panose="02070309020205020404" pitchFamily="49" charset="0"/>
                <a:cs typeface="Vazirmatn Light" pitchFamily="2" charset="-78"/>
              </a:rPr>
              <a:t>θ</a:t>
            </a:r>
            <a:endParaRPr lang="en-US" sz="2000" b="0" i="0" dirty="0">
              <a:solidFill>
                <a:srgbClr val="E3E3E3"/>
              </a:solidFill>
              <a:effectLst/>
              <a:latin typeface="Vazirmatn Light" pitchFamily="2" charset="-78"/>
              <a:cs typeface="Vazirmatn Light" pitchFamily="2" charset="-78"/>
            </a:endParaRPr>
          </a:p>
          <a:p>
            <a:pPr algn="just" rtl="1"/>
            <a:r>
              <a:rPr lang="en-US" sz="2000" b="0" dirty="0">
                <a:solidFill>
                  <a:srgbClr val="F9FAFB"/>
                </a:solidFill>
                <a:effectLst/>
                <a:latin typeface="Vazirmatn Light" pitchFamily="2" charset="-78"/>
                <a:cs typeface="Vazirmatn Light" pitchFamily="2" charset="-78"/>
              </a:rPr>
              <a:t>v0</a:t>
            </a:r>
            <a:r>
              <a:rPr lang="en-US" sz="2000" dirty="0">
                <a:solidFill>
                  <a:srgbClr val="F9FAFB"/>
                </a:solidFill>
                <a:latin typeface="Vazirmatn Light" pitchFamily="2" charset="-78"/>
                <a:cs typeface="Vazirmatn Light" pitchFamily="2" charset="-78"/>
              </a:rPr>
              <a:t>y</a:t>
            </a:r>
            <a:r>
              <a:rPr lang="en-US" sz="2000" b="0" dirty="0">
                <a:solidFill>
                  <a:srgbClr val="F9FAFB"/>
                </a:solidFill>
                <a:effectLst/>
                <a:latin typeface="Vazirmatn Light" pitchFamily="2" charset="-78"/>
                <a:cs typeface="Vazirmatn Light" pitchFamily="2" charset="-78"/>
              </a:rPr>
              <a:t>​=v0​sin</a:t>
            </a:r>
            <a:r>
              <a:rPr lang="el-GR" sz="2000" b="0" dirty="0">
                <a:solidFill>
                  <a:srgbClr val="E3E3E3"/>
                </a:solidFill>
                <a:effectLst/>
                <a:latin typeface="Courier New" panose="02070309020205020404" pitchFamily="49" charset="0"/>
                <a:cs typeface="Vazirmatn Light" pitchFamily="2" charset="-78"/>
              </a:rPr>
              <a:t>θ</a:t>
            </a:r>
            <a:endParaRPr lang="fa-IR" sz="2000" dirty="0">
              <a:solidFill>
                <a:schemeClr val="bg1">
                  <a:lumMod val="95000"/>
                </a:schemeClr>
              </a:solidFill>
              <a:latin typeface="Vazirmatn Light" pitchFamily="2" charset="-78"/>
              <a:cs typeface="Vazirmatn Light" pitchFamily="2" charset="-78"/>
            </a:endParaRPr>
          </a:p>
          <a:p>
            <a:pPr algn="just" rtl="1"/>
            <a:r>
              <a:rPr lang="en-US" sz="2000" b="0" i="1" dirty="0" err="1">
                <a:solidFill>
                  <a:srgbClr val="F9FAFB"/>
                </a:solidFill>
                <a:effectLst/>
                <a:latin typeface="Vazirmatn Light" pitchFamily="2" charset="-78"/>
                <a:cs typeface="Vazirmatn Light" pitchFamily="2" charset="-78"/>
              </a:rPr>
              <a:t>vx</a:t>
            </a:r>
            <a:r>
              <a:rPr lang="en-US" sz="2000" b="0" i="0" dirty="0">
                <a:solidFill>
                  <a:srgbClr val="F9FAFB"/>
                </a:solidFill>
                <a:effectLst/>
                <a:latin typeface="Vazirmatn Light" pitchFamily="2" charset="-78"/>
                <a:cs typeface="Vazirmatn Light" pitchFamily="2" charset="-78"/>
              </a:rPr>
              <a:t>​=</a:t>
            </a:r>
            <a:r>
              <a:rPr lang="en-US" sz="2000" b="0" i="1" dirty="0">
                <a:solidFill>
                  <a:srgbClr val="F9FAFB"/>
                </a:solidFill>
                <a:effectLst/>
                <a:latin typeface="Vazirmatn Light" pitchFamily="2" charset="-78"/>
                <a:cs typeface="Vazirmatn Light" pitchFamily="2" charset="-78"/>
              </a:rPr>
              <a:t>v</a:t>
            </a:r>
            <a:r>
              <a:rPr lang="en-US" sz="2000" b="0" i="0" dirty="0">
                <a:solidFill>
                  <a:srgbClr val="F9FAFB"/>
                </a:solidFill>
                <a:effectLst/>
                <a:latin typeface="Vazirmatn Light" pitchFamily="2" charset="-78"/>
                <a:cs typeface="Vazirmatn Light" pitchFamily="2" charset="-78"/>
              </a:rPr>
              <a:t>0</a:t>
            </a:r>
            <a:r>
              <a:rPr lang="en-US" sz="2000" b="0" i="1" dirty="0">
                <a:solidFill>
                  <a:srgbClr val="F9FAFB"/>
                </a:solidFill>
                <a:effectLst/>
                <a:latin typeface="Vazirmatn Light" pitchFamily="2" charset="-78"/>
                <a:cs typeface="Vazirmatn Light" pitchFamily="2" charset="-78"/>
              </a:rPr>
              <a:t>x</a:t>
            </a:r>
            <a:r>
              <a:rPr lang="en-US" sz="2000" b="0" i="0" dirty="0">
                <a:solidFill>
                  <a:srgbClr val="F9FAFB"/>
                </a:solidFill>
                <a:effectLst/>
                <a:latin typeface="Vazirmatn Light" pitchFamily="2" charset="-78"/>
                <a:cs typeface="Vazirmatn Light" pitchFamily="2" charset="-78"/>
              </a:rPr>
              <a:t>​</a:t>
            </a:r>
            <a:endParaRPr lang="fa-IR" sz="2000" dirty="0">
              <a:solidFill>
                <a:schemeClr val="bg1">
                  <a:lumMod val="95000"/>
                </a:schemeClr>
              </a:solidFill>
              <a:latin typeface="Vazirmatn Light" pitchFamily="2" charset="-78"/>
              <a:cs typeface="Vazirmatn Light" pitchFamily="2" charset="-78"/>
            </a:endParaRPr>
          </a:p>
          <a:p>
            <a:pPr algn="just" rtl="1"/>
            <a:r>
              <a:rPr lang="en-US" sz="2000" b="0" dirty="0">
                <a:solidFill>
                  <a:srgbClr val="F9FAFB"/>
                </a:solidFill>
                <a:effectLst/>
                <a:latin typeface="Vazirmatn Light" pitchFamily="2" charset="-78"/>
                <a:cs typeface="Vazirmatn Light" pitchFamily="2" charset="-78"/>
              </a:rPr>
              <a:t>x=x0​+v0x​t</a:t>
            </a:r>
            <a:endParaRPr lang="fa-IR" sz="2000" b="0" dirty="0">
              <a:solidFill>
                <a:srgbClr val="F9FAFB"/>
              </a:solidFill>
              <a:effectLst/>
              <a:latin typeface="Vazirmatn Light" pitchFamily="2" charset="-78"/>
              <a:cs typeface="Vazirmatn Light" pitchFamily="2" charset="-78"/>
            </a:endParaRPr>
          </a:p>
          <a:p>
            <a:pPr algn="just" rtl="1"/>
            <a:endParaRPr lang="fa-IR" sz="2000" dirty="0">
              <a:solidFill>
                <a:schemeClr val="bg1">
                  <a:lumMod val="95000"/>
                </a:schemeClr>
              </a:solidFill>
              <a:latin typeface="Vazirmatn Light" pitchFamily="2" charset="-78"/>
              <a:cs typeface="Vazirmatn Light" pitchFamily="2" charset="-78"/>
            </a:endParaRPr>
          </a:p>
        </p:txBody>
      </p:sp>
      <mc:AlternateContent xmlns:mc="http://schemas.openxmlformats.org/markup-compatibility/2006">
        <mc:Choice xmlns:a14="http://schemas.microsoft.com/office/drawing/2010/main" Requires="a14">
          <p:sp>
            <p:nvSpPr>
              <p:cNvPr id="18" name="TextBox 17">
                <a:extLst>
                  <a:ext uri="{FF2B5EF4-FFF2-40B4-BE49-F238E27FC236}">
                    <a16:creationId xmlns:a16="http://schemas.microsoft.com/office/drawing/2014/main" id="{BEB59FCB-64EF-4858-AC70-F63E4EA39253}"/>
                  </a:ext>
                </a:extLst>
              </p:cNvPr>
              <p:cNvSpPr txBox="1"/>
              <p:nvPr/>
            </p:nvSpPr>
            <p:spPr>
              <a:xfrm>
                <a:off x="13770279" y="2160988"/>
                <a:ext cx="2746634" cy="1015663"/>
              </a:xfrm>
              <a:prstGeom prst="rect">
                <a:avLst/>
              </a:prstGeom>
              <a:noFill/>
            </p:spPr>
            <p:txBody>
              <a:bodyPr wrap="square" rtlCol="1">
                <a:spAutoFit/>
              </a:bodyPr>
              <a:lstStyle/>
              <a:p>
                <a:pPr rtl="1"/>
                <a:r>
                  <a:rPr lang="es-ES" sz="2000" dirty="0">
                    <a:solidFill>
                      <a:srgbClr val="F9FAFB"/>
                    </a:solidFill>
                    <a:latin typeface="Vazirmatn Light" pitchFamily="2" charset="-78"/>
                    <a:cs typeface="Vazirmatn Light" pitchFamily="2" charset="-78"/>
                  </a:rPr>
                  <a:t>vy​=v0y​−</a:t>
                </a:r>
                <a:r>
                  <a:rPr lang="es-ES" sz="2000" dirty="0" err="1">
                    <a:solidFill>
                      <a:srgbClr val="F9FAFB"/>
                    </a:solidFill>
                    <a:latin typeface="Vazirmatn Light" pitchFamily="2" charset="-78"/>
                    <a:cs typeface="Vazirmatn Light" pitchFamily="2" charset="-78"/>
                  </a:rPr>
                  <a:t>gt</a:t>
                </a:r>
                <a:r>
                  <a:rPr lang="es-ES" sz="2000" dirty="0">
                    <a:solidFill>
                      <a:srgbClr val="F9FAFB"/>
                    </a:solidFill>
                    <a:latin typeface="Vazirmatn Light" pitchFamily="2" charset="-78"/>
                    <a:cs typeface="Vazirmatn Light" pitchFamily="2" charset="-78"/>
                  </a:rPr>
                  <a:t>=v0​sin</a:t>
                </a:r>
                <a:r>
                  <a:rPr lang="el-GR" sz="2000" dirty="0">
                    <a:solidFill>
                      <a:srgbClr val="E3E3E3"/>
                    </a:solidFill>
                    <a:latin typeface="Courier New" panose="02070309020205020404" pitchFamily="49" charset="0"/>
                    <a:cs typeface="Vazirmatn Light" pitchFamily="2" charset="-78"/>
                  </a:rPr>
                  <a:t>θ</a:t>
                </a:r>
                <a:r>
                  <a:rPr lang="es-ES" sz="2000" dirty="0">
                    <a:solidFill>
                      <a:srgbClr val="F9FAFB"/>
                    </a:solidFill>
                    <a:latin typeface="Vazirmatn Light" pitchFamily="2" charset="-78"/>
                    <a:cs typeface="Vazirmatn Light" pitchFamily="2" charset="-78"/>
                  </a:rPr>
                  <a:t>−</a:t>
                </a:r>
                <a:r>
                  <a:rPr lang="es-ES" sz="2000" dirty="0" err="1">
                    <a:solidFill>
                      <a:srgbClr val="F9FAFB"/>
                    </a:solidFill>
                    <a:latin typeface="Vazirmatn Light" pitchFamily="2" charset="-78"/>
                    <a:cs typeface="Vazirmatn Light" pitchFamily="2" charset="-78"/>
                  </a:rPr>
                  <a:t>gt</a:t>
                </a:r>
                <a:br>
                  <a:rPr lang="es-ES" sz="2000" dirty="0">
                    <a:solidFill>
                      <a:srgbClr val="F9FAFB"/>
                    </a:solidFill>
                    <a:latin typeface="Vazirmatn Light" pitchFamily="2" charset="-78"/>
                    <a:cs typeface="Vazirmatn Light" pitchFamily="2" charset="-78"/>
                  </a:rPr>
                </a:br>
                <a:r>
                  <a:rPr lang="es-ES" sz="2000" dirty="0">
                    <a:solidFill>
                      <a:srgbClr val="F9FAFB"/>
                    </a:solidFill>
                    <a:latin typeface="Vazirmatn Light" pitchFamily="2" charset="-78"/>
                    <a:cs typeface="Vazirmatn Light" pitchFamily="2" charset="-78"/>
                  </a:rPr>
                  <a:t>y=</a:t>
                </a:r>
                <a:r>
                  <a:rPr lang="en-US" sz="2000" dirty="0">
                    <a:solidFill>
                      <a:schemeClr val="bg1">
                        <a:lumMod val="95000"/>
                      </a:schemeClr>
                    </a:solidFill>
                    <a:latin typeface="Vazirmatn Light" pitchFamily="2" charset="-78"/>
                    <a:cs typeface="Vazirmatn Light" pitchFamily="2" charset="-78"/>
                  </a:rPr>
                  <a:t>-1/2g</a:t>
                </a:r>
                <a14:m>
                  <m:oMath xmlns:m="http://schemas.openxmlformats.org/officeDocument/2006/math">
                    <m:sSup>
                      <m:sSupPr>
                        <m:ctrlPr>
                          <a:rPr lang="en-US" sz="2000" i="1">
                            <a:solidFill>
                              <a:schemeClr val="bg1">
                                <a:lumMod val="95000"/>
                              </a:schemeClr>
                            </a:solidFill>
                            <a:latin typeface="Cambria Math" panose="02040503050406030204" pitchFamily="18" charset="0"/>
                            <a:cs typeface="Vazirmatn Light" pitchFamily="2" charset="-78"/>
                          </a:rPr>
                        </m:ctrlPr>
                      </m:sSupPr>
                      <m:e>
                        <m:r>
                          <a:rPr lang="en-US" sz="2000" i="1">
                            <a:solidFill>
                              <a:schemeClr val="bg1">
                                <a:lumMod val="95000"/>
                              </a:schemeClr>
                            </a:solidFill>
                            <a:latin typeface="Cambria Math" panose="02040503050406030204" pitchFamily="18" charset="0"/>
                            <a:cs typeface="Vazirmatn Light" pitchFamily="2" charset="-78"/>
                          </a:rPr>
                          <m:t>𝑡</m:t>
                        </m:r>
                      </m:e>
                      <m:sup>
                        <m:r>
                          <a:rPr lang="en-US" sz="2000" i="1">
                            <a:solidFill>
                              <a:schemeClr val="bg1">
                                <a:lumMod val="95000"/>
                              </a:schemeClr>
                            </a:solidFill>
                            <a:latin typeface="Cambria Math" panose="02040503050406030204" pitchFamily="18" charset="0"/>
                            <a:cs typeface="Vazirmatn Light" pitchFamily="2" charset="-78"/>
                          </a:rPr>
                          <m:t>2</m:t>
                        </m:r>
                      </m:sup>
                    </m:sSup>
                  </m:oMath>
                </a14:m>
                <a:r>
                  <a:rPr lang="en-US" sz="2000" dirty="0">
                    <a:solidFill>
                      <a:schemeClr val="bg1">
                        <a:lumMod val="95000"/>
                      </a:schemeClr>
                    </a:solidFill>
                    <a:latin typeface="Vazirmatn Light" pitchFamily="2" charset="-78"/>
                    <a:cs typeface="Vazirmatn Light" pitchFamily="2" charset="-78"/>
                  </a:rPr>
                  <a:t>+v0t</a:t>
                </a:r>
                <a:br>
                  <a:rPr lang="es-ES" sz="2000" dirty="0">
                    <a:latin typeface="Vazirmatn Light" pitchFamily="2" charset="-78"/>
                    <a:cs typeface="Vazirmatn Light" pitchFamily="2" charset="-78"/>
                  </a:rPr>
                </a:br>
                <a:endParaRPr lang="fa-IR" sz="2000" dirty="0">
                  <a:solidFill>
                    <a:schemeClr val="bg1">
                      <a:lumMod val="95000"/>
                    </a:schemeClr>
                  </a:solidFill>
                  <a:latin typeface="Vazirmatn Light" pitchFamily="2" charset="-78"/>
                  <a:cs typeface="Vazirmatn Light" pitchFamily="2" charset="-78"/>
                </a:endParaRPr>
              </a:p>
            </p:txBody>
          </p:sp>
        </mc:Choice>
        <mc:Fallback>
          <p:sp>
            <p:nvSpPr>
              <p:cNvPr id="18" name="TextBox 17">
                <a:extLst>
                  <a:ext uri="{FF2B5EF4-FFF2-40B4-BE49-F238E27FC236}">
                    <a16:creationId xmlns:a16="http://schemas.microsoft.com/office/drawing/2014/main" id="{BEB59FCB-64EF-4858-AC70-F63E4EA39253}"/>
                  </a:ext>
                </a:extLst>
              </p:cNvPr>
              <p:cNvSpPr txBox="1">
                <a:spLocks noRot="1" noChangeAspect="1" noMove="1" noResize="1" noEditPoints="1" noAdjustHandles="1" noChangeArrowheads="1" noChangeShapeType="1" noTextEdit="1"/>
              </p:cNvSpPr>
              <p:nvPr/>
            </p:nvSpPr>
            <p:spPr>
              <a:xfrm>
                <a:off x="13770279" y="2160988"/>
                <a:ext cx="2746634" cy="1015663"/>
              </a:xfrm>
              <a:prstGeom prst="rect">
                <a:avLst/>
              </a:prstGeom>
              <a:blipFill>
                <a:blip r:embed="rId4"/>
                <a:stretch>
                  <a:fillRect l="-4889" t="-4192" b="-9581"/>
                </a:stretch>
              </a:blipFill>
            </p:spPr>
            <p:txBody>
              <a:bodyPr/>
              <a:lstStyle/>
              <a:p>
                <a:r>
                  <a:rPr lang="fa-IR">
                    <a:noFill/>
                  </a:rPr>
                  <a:t> </a:t>
                </a:r>
              </a:p>
            </p:txBody>
          </p:sp>
        </mc:Fallback>
      </mc:AlternateContent>
      <p:sp>
        <p:nvSpPr>
          <p:cNvPr id="19" name="TextBox 18">
            <a:extLst>
              <a:ext uri="{FF2B5EF4-FFF2-40B4-BE49-F238E27FC236}">
                <a16:creationId xmlns:a16="http://schemas.microsoft.com/office/drawing/2014/main" id="{22C7AEE7-CA14-44BA-B19B-2A6F8B175452}"/>
              </a:ext>
            </a:extLst>
          </p:cNvPr>
          <p:cNvSpPr txBox="1"/>
          <p:nvPr/>
        </p:nvSpPr>
        <p:spPr>
          <a:xfrm>
            <a:off x="6183083" y="1772126"/>
            <a:ext cx="5806440" cy="1631216"/>
          </a:xfrm>
          <a:prstGeom prst="rect">
            <a:avLst/>
          </a:prstGeom>
          <a:noFill/>
        </p:spPr>
        <p:txBody>
          <a:bodyPr wrap="square" rtlCol="1">
            <a:spAutoFit/>
          </a:bodyPr>
          <a:lstStyle/>
          <a:p>
            <a:pPr algn="just" rtl="1"/>
            <a:r>
              <a:rPr lang="fa-IR" sz="2000" dirty="0">
                <a:solidFill>
                  <a:schemeClr val="bg1">
                    <a:lumMod val="95000"/>
                  </a:schemeClr>
                </a:solidFill>
                <a:latin typeface="Vazirmatn Light" pitchFamily="2" charset="-78"/>
                <a:cs typeface="Vazirmatn Light" pitchFamily="2" charset="-78"/>
              </a:rPr>
              <a:t> به سقوطی که مقاومت (اصطکاک) هوا در آن‌ها وجود ندارد. به این حالت (بدون مقاومت هوا)، حرکت سقوط آزاد گفته می‌شود. در این حالت نیرو گرانشی باعث می‌شود که اجسام به سمت مرکز زمین با شتاب ثابت گرانشی سقوط کنند.</a:t>
            </a:r>
          </a:p>
        </p:txBody>
      </p:sp>
      <p:sp>
        <p:nvSpPr>
          <p:cNvPr id="20" name="TextBox 19">
            <a:extLst>
              <a:ext uri="{FF2B5EF4-FFF2-40B4-BE49-F238E27FC236}">
                <a16:creationId xmlns:a16="http://schemas.microsoft.com/office/drawing/2014/main" id="{8F750F1B-EDE8-45ED-97C4-06EB7CC4909C}"/>
              </a:ext>
            </a:extLst>
          </p:cNvPr>
          <p:cNvSpPr txBox="1"/>
          <p:nvPr/>
        </p:nvSpPr>
        <p:spPr>
          <a:xfrm>
            <a:off x="16483619" y="3845340"/>
            <a:ext cx="3754554" cy="461665"/>
          </a:xfrm>
          <a:prstGeom prst="rect">
            <a:avLst/>
          </a:prstGeom>
          <a:noFill/>
        </p:spPr>
        <p:txBody>
          <a:bodyPr wrap="none" rtlCol="1">
            <a:spAutoFit/>
          </a:bodyPr>
          <a:lstStyle/>
          <a:p>
            <a:r>
              <a:rPr lang="fa-IR" sz="2400" dirty="0">
                <a:solidFill>
                  <a:schemeClr val="bg1"/>
                </a:solidFill>
                <a:latin typeface="Vazirmatn Medium" pitchFamily="2" charset="-78"/>
                <a:cs typeface="Vazirmatn Medium" pitchFamily="2" charset="-78"/>
              </a:rPr>
              <a:t>چیز هایی که از کاربر میگیریم:</a:t>
            </a:r>
          </a:p>
        </p:txBody>
      </p:sp>
      <p:sp>
        <p:nvSpPr>
          <p:cNvPr id="21" name="TextBox 20">
            <a:extLst>
              <a:ext uri="{FF2B5EF4-FFF2-40B4-BE49-F238E27FC236}">
                <a16:creationId xmlns:a16="http://schemas.microsoft.com/office/drawing/2014/main" id="{EC65305B-B5D6-4418-A83C-A00871054F67}"/>
              </a:ext>
            </a:extLst>
          </p:cNvPr>
          <p:cNvSpPr txBox="1"/>
          <p:nvPr/>
        </p:nvSpPr>
        <p:spPr>
          <a:xfrm>
            <a:off x="18189047" y="4307005"/>
            <a:ext cx="2026793" cy="1719702"/>
          </a:xfrm>
          <a:prstGeom prst="rect">
            <a:avLst/>
          </a:prstGeom>
          <a:noFill/>
        </p:spPr>
        <p:txBody>
          <a:bodyPr wrap="square" rtlCol="1">
            <a:spAutoFit/>
          </a:bodyPr>
          <a:lstStyle/>
          <a:p>
            <a:pPr marL="342900" indent="-342900" algn="r" rtl="1">
              <a:lnSpc>
                <a:spcPct val="150000"/>
              </a:lnSpc>
              <a:buFont typeface="Arial" panose="020B0604020202020204" pitchFamily="34" charset="0"/>
              <a:buChar char="•"/>
            </a:pPr>
            <a:r>
              <a:rPr lang="fa-IR" dirty="0">
                <a:solidFill>
                  <a:schemeClr val="bg1">
                    <a:lumMod val="95000"/>
                  </a:schemeClr>
                </a:solidFill>
                <a:latin typeface="Vazirmatn Medium" pitchFamily="2" charset="-78"/>
                <a:cs typeface="Vazirmatn Medium" pitchFamily="2" charset="-78"/>
              </a:rPr>
              <a:t>ارتفاع اولیه</a:t>
            </a:r>
          </a:p>
          <a:p>
            <a:pPr marL="342900" indent="-342900" algn="r" rtl="1">
              <a:lnSpc>
                <a:spcPct val="150000"/>
              </a:lnSpc>
              <a:buFont typeface="Arial" panose="020B0604020202020204" pitchFamily="34" charset="0"/>
              <a:buChar char="•"/>
            </a:pPr>
            <a:r>
              <a:rPr lang="fa-IR" dirty="0">
                <a:solidFill>
                  <a:schemeClr val="bg1">
                    <a:lumMod val="95000"/>
                  </a:schemeClr>
                </a:solidFill>
                <a:latin typeface="Vazirmatn Medium" pitchFamily="2" charset="-78"/>
                <a:cs typeface="Vazirmatn Medium" pitchFamily="2" charset="-78"/>
              </a:rPr>
              <a:t>سرعت اولیه</a:t>
            </a:r>
          </a:p>
          <a:p>
            <a:pPr marL="342900" indent="-342900" algn="r" rtl="1">
              <a:lnSpc>
                <a:spcPct val="150000"/>
              </a:lnSpc>
              <a:buFont typeface="Arial" panose="020B0604020202020204" pitchFamily="34" charset="0"/>
              <a:buChar char="•"/>
            </a:pPr>
            <a:r>
              <a:rPr lang="fa-IR" dirty="0">
                <a:solidFill>
                  <a:schemeClr val="bg1">
                    <a:lumMod val="95000"/>
                  </a:schemeClr>
                </a:solidFill>
                <a:latin typeface="Vazirmatn Medium" pitchFamily="2" charset="-78"/>
                <a:cs typeface="Vazirmatn Medium" pitchFamily="2" charset="-78"/>
              </a:rPr>
              <a:t>زاویه پرتاب</a:t>
            </a:r>
          </a:p>
          <a:p>
            <a:pPr marL="342900" indent="-342900" algn="r" rtl="1">
              <a:lnSpc>
                <a:spcPct val="150000"/>
              </a:lnSpc>
              <a:buFont typeface="Arial" panose="020B0604020202020204" pitchFamily="34" charset="0"/>
              <a:buChar char="•"/>
            </a:pPr>
            <a:r>
              <a:rPr lang="fa-IR" dirty="0">
                <a:solidFill>
                  <a:schemeClr val="bg1">
                    <a:lumMod val="95000"/>
                  </a:schemeClr>
                </a:solidFill>
                <a:latin typeface="Vazirmatn Medium" pitchFamily="2" charset="-78"/>
                <a:cs typeface="Vazirmatn Medium" pitchFamily="2" charset="-78"/>
              </a:rPr>
              <a:t>زمان</a:t>
            </a:r>
          </a:p>
        </p:txBody>
      </p:sp>
      <p:sp>
        <p:nvSpPr>
          <p:cNvPr id="22" name="TextBox 21">
            <a:extLst>
              <a:ext uri="{FF2B5EF4-FFF2-40B4-BE49-F238E27FC236}">
                <a16:creationId xmlns:a16="http://schemas.microsoft.com/office/drawing/2014/main" id="{E9502B52-EFF8-4EAD-A569-9DF92B6A1AA9}"/>
              </a:ext>
            </a:extLst>
          </p:cNvPr>
          <p:cNvSpPr txBox="1"/>
          <p:nvPr/>
        </p:nvSpPr>
        <p:spPr>
          <a:xfrm>
            <a:off x="6388785" y="-2510137"/>
            <a:ext cx="5626861" cy="646331"/>
          </a:xfrm>
          <a:prstGeom prst="rect">
            <a:avLst/>
          </a:prstGeom>
          <a:noFill/>
        </p:spPr>
        <p:txBody>
          <a:bodyPr wrap="none" rtlCol="1">
            <a:spAutoFit/>
          </a:bodyPr>
          <a:lstStyle/>
          <a:p>
            <a:r>
              <a:rPr lang="fa-IR" sz="3600" dirty="0">
                <a:solidFill>
                  <a:schemeClr val="bg1"/>
                </a:solidFill>
                <a:latin typeface="Vazirmatn Medium" pitchFamily="2" charset="-78"/>
                <a:cs typeface="Vazirmatn Medium" pitchFamily="2" charset="-78"/>
              </a:rPr>
              <a:t>فرمول های آزمایش سقوط آزاد</a:t>
            </a:r>
          </a:p>
        </p:txBody>
      </p:sp>
      <mc:AlternateContent xmlns:mc="http://schemas.openxmlformats.org/markup-compatibility/2006">
        <mc:Choice xmlns:a14="http://schemas.microsoft.com/office/drawing/2010/main" Requires="a14">
          <p:sp>
            <p:nvSpPr>
              <p:cNvPr id="23" name="TextBox 22">
                <a:extLst>
                  <a:ext uri="{FF2B5EF4-FFF2-40B4-BE49-F238E27FC236}">
                    <a16:creationId xmlns:a16="http://schemas.microsoft.com/office/drawing/2014/main" id="{B0992AB7-6C72-4FFA-A13B-0EE5E84BCF1F}"/>
                  </a:ext>
                </a:extLst>
              </p:cNvPr>
              <p:cNvSpPr txBox="1"/>
              <p:nvPr/>
            </p:nvSpPr>
            <p:spPr>
              <a:xfrm>
                <a:off x="9325643" y="-1733208"/>
                <a:ext cx="2653185" cy="523220"/>
              </a:xfrm>
              <a:prstGeom prst="rect">
                <a:avLst/>
              </a:prstGeom>
              <a:noFill/>
            </p:spPr>
            <p:txBody>
              <a:bodyPr wrap="square" rtlCol="1">
                <a:spAutoFit/>
              </a:bodyPr>
              <a:lstStyle/>
              <a:p>
                <a:pPr algn="just" rtl="1"/>
                <a:r>
                  <a:rPr lang="en-US" sz="2800" dirty="0">
                    <a:solidFill>
                      <a:schemeClr val="bg1">
                        <a:lumMod val="95000"/>
                      </a:schemeClr>
                    </a:solidFill>
                    <a:latin typeface="Vazirmatn Light" pitchFamily="2" charset="-78"/>
                    <a:cs typeface="Vazirmatn Light" pitchFamily="2" charset="-78"/>
                  </a:rPr>
                  <a:t>Y=-1/2g</a:t>
                </a:r>
                <a14:m>
                  <m:oMath xmlns:m="http://schemas.openxmlformats.org/officeDocument/2006/math">
                    <m:sSup>
                      <m:sSupPr>
                        <m:ctrlPr>
                          <a:rPr lang="en-US" sz="2800" i="1" smtClean="0">
                            <a:solidFill>
                              <a:schemeClr val="bg1">
                                <a:lumMod val="95000"/>
                              </a:schemeClr>
                            </a:solidFill>
                            <a:latin typeface="Cambria Math" panose="02040503050406030204" pitchFamily="18" charset="0"/>
                            <a:cs typeface="Vazirmatn Light" pitchFamily="2" charset="-78"/>
                          </a:rPr>
                        </m:ctrlPr>
                      </m:sSupPr>
                      <m:e>
                        <m:r>
                          <a:rPr lang="en-US" sz="2800" b="0" i="1" smtClean="0">
                            <a:solidFill>
                              <a:schemeClr val="bg1">
                                <a:lumMod val="95000"/>
                              </a:schemeClr>
                            </a:solidFill>
                            <a:latin typeface="Cambria Math" panose="02040503050406030204" pitchFamily="18" charset="0"/>
                            <a:cs typeface="Vazirmatn Light" pitchFamily="2" charset="-78"/>
                          </a:rPr>
                          <m:t>𝑡</m:t>
                        </m:r>
                      </m:e>
                      <m:sup>
                        <m:r>
                          <a:rPr lang="en-US" sz="2800" i="1" smtClean="0">
                            <a:solidFill>
                              <a:schemeClr val="bg1">
                                <a:lumMod val="95000"/>
                              </a:schemeClr>
                            </a:solidFill>
                            <a:latin typeface="Cambria Math" panose="02040503050406030204" pitchFamily="18" charset="0"/>
                            <a:cs typeface="Vazirmatn Light" pitchFamily="2" charset="-78"/>
                          </a:rPr>
                          <m:t>2</m:t>
                        </m:r>
                      </m:sup>
                    </m:sSup>
                  </m:oMath>
                </a14:m>
                <a:r>
                  <a:rPr lang="en-US" sz="2800" dirty="0">
                    <a:solidFill>
                      <a:schemeClr val="bg1">
                        <a:lumMod val="95000"/>
                      </a:schemeClr>
                    </a:solidFill>
                    <a:latin typeface="Vazirmatn Light" pitchFamily="2" charset="-78"/>
                    <a:cs typeface="Vazirmatn Light" pitchFamily="2" charset="-78"/>
                  </a:rPr>
                  <a:t>+v0t</a:t>
                </a:r>
                <a:endParaRPr lang="fa-IR" sz="2800" dirty="0">
                  <a:solidFill>
                    <a:schemeClr val="bg1">
                      <a:lumMod val="95000"/>
                    </a:schemeClr>
                  </a:solidFill>
                  <a:latin typeface="Vazirmatn Light" pitchFamily="2" charset="-78"/>
                  <a:cs typeface="Vazirmatn Light" pitchFamily="2" charset="-78"/>
                </a:endParaRPr>
              </a:p>
            </p:txBody>
          </p:sp>
        </mc:Choice>
        <mc:Fallback>
          <p:sp>
            <p:nvSpPr>
              <p:cNvPr id="23" name="TextBox 22">
                <a:extLst>
                  <a:ext uri="{FF2B5EF4-FFF2-40B4-BE49-F238E27FC236}">
                    <a16:creationId xmlns:a16="http://schemas.microsoft.com/office/drawing/2014/main" id="{B0992AB7-6C72-4FFA-A13B-0EE5E84BCF1F}"/>
                  </a:ext>
                </a:extLst>
              </p:cNvPr>
              <p:cNvSpPr txBox="1">
                <a:spLocks noRot="1" noChangeAspect="1" noMove="1" noResize="1" noEditPoints="1" noAdjustHandles="1" noChangeArrowheads="1" noChangeShapeType="1" noTextEdit="1"/>
              </p:cNvSpPr>
              <p:nvPr/>
            </p:nvSpPr>
            <p:spPr>
              <a:xfrm>
                <a:off x="9325643" y="-1733208"/>
                <a:ext cx="2653185" cy="523220"/>
              </a:xfrm>
              <a:prstGeom prst="rect">
                <a:avLst/>
              </a:prstGeom>
              <a:blipFill>
                <a:blip r:embed="rId5"/>
                <a:stretch>
                  <a:fillRect l="-1609" t="-9302" r="-4828" b="-34884"/>
                </a:stretch>
              </a:blipFill>
            </p:spPr>
            <p:txBody>
              <a:bodyPr/>
              <a:lstStyle/>
              <a:p>
                <a:r>
                  <a:rPr lang="fa-IR">
                    <a:noFill/>
                  </a:rPr>
                  <a:t> </a:t>
                </a:r>
              </a:p>
            </p:txBody>
          </p:sp>
        </mc:Fallback>
      </mc:AlternateContent>
      <mc:AlternateContent xmlns:mc="http://schemas.openxmlformats.org/markup-compatibility/2006">
        <mc:Choice xmlns:a14="http://schemas.microsoft.com/office/drawing/2010/main" Requires="a14">
          <p:sp>
            <p:nvSpPr>
              <p:cNvPr id="24" name="TextBox 23">
                <a:extLst>
                  <a:ext uri="{FF2B5EF4-FFF2-40B4-BE49-F238E27FC236}">
                    <a16:creationId xmlns:a16="http://schemas.microsoft.com/office/drawing/2014/main" id="{8D772F9C-0163-4356-B89B-B8FFEA8DCA32}"/>
                  </a:ext>
                </a:extLst>
              </p:cNvPr>
              <p:cNvSpPr txBox="1"/>
              <p:nvPr/>
            </p:nvSpPr>
            <p:spPr>
              <a:xfrm>
                <a:off x="10041213" y="-1174191"/>
                <a:ext cx="1937615" cy="523220"/>
              </a:xfrm>
              <a:prstGeom prst="rect">
                <a:avLst/>
              </a:prstGeom>
              <a:noFill/>
            </p:spPr>
            <p:txBody>
              <a:bodyPr wrap="square" rtlCol="1">
                <a:spAutoFit/>
              </a:bodyPr>
              <a:lstStyle/>
              <a:p>
                <a:pPr algn="just" rtl="1"/>
                <a:r>
                  <a:rPr lang="en-US" sz="2800" dirty="0">
                    <a:solidFill>
                      <a:schemeClr val="bg1">
                        <a:lumMod val="95000"/>
                      </a:schemeClr>
                    </a:solidFill>
                    <a:latin typeface="Vazirmatn Light" pitchFamily="2" charset="-78"/>
                    <a:cs typeface="Vazirmatn Light" pitchFamily="2" charset="-78"/>
                  </a:rPr>
                  <a:t>v=-g</a:t>
                </a:r>
                <a14:m>
                  <m:oMath xmlns:m="http://schemas.openxmlformats.org/officeDocument/2006/math">
                    <m:sSup>
                      <m:sSupPr>
                        <m:ctrlPr>
                          <a:rPr lang="en-US" sz="2800" i="1" smtClean="0">
                            <a:solidFill>
                              <a:schemeClr val="bg1">
                                <a:lumMod val="95000"/>
                              </a:schemeClr>
                            </a:solidFill>
                            <a:latin typeface="Cambria Math" panose="02040503050406030204" pitchFamily="18" charset="0"/>
                            <a:cs typeface="Vazirmatn Light" pitchFamily="2" charset="-78"/>
                          </a:rPr>
                        </m:ctrlPr>
                      </m:sSupPr>
                      <m:e>
                        <m:r>
                          <a:rPr lang="en-US" sz="2800" b="0" i="1" smtClean="0">
                            <a:solidFill>
                              <a:schemeClr val="bg1">
                                <a:lumMod val="95000"/>
                              </a:schemeClr>
                            </a:solidFill>
                            <a:latin typeface="Cambria Math" panose="02040503050406030204" pitchFamily="18" charset="0"/>
                            <a:cs typeface="Vazirmatn Light" pitchFamily="2" charset="-78"/>
                          </a:rPr>
                          <m:t>𝑡</m:t>
                        </m:r>
                      </m:e>
                      <m:sup>
                        <m:r>
                          <a:rPr lang="en-US" sz="2800" i="1" smtClean="0">
                            <a:solidFill>
                              <a:schemeClr val="bg1">
                                <a:lumMod val="95000"/>
                              </a:schemeClr>
                            </a:solidFill>
                            <a:latin typeface="Cambria Math" panose="02040503050406030204" pitchFamily="18" charset="0"/>
                            <a:cs typeface="Vazirmatn Light" pitchFamily="2" charset="-78"/>
                          </a:rPr>
                          <m:t>2</m:t>
                        </m:r>
                      </m:sup>
                    </m:sSup>
                  </m:oMath>
                </a14:m>
                <a:r>
                  <a:rPr lang="en-US" sz="2800" dirty="0">
                    <a:solidFill>
                      <a:schemeClr val="bg1">
                        <a:lumMod val="95000"/>
                      </a:schemeClr>
                    </a:solidFill>
                    <a:latin typeface="Vazirmatn Light" pitchFamily="2" charset="-78"/>
                    <a:cs typeface="Vazirmatn Light" pitchFamily="2" charset="-78"/>
                  </a:rPr>
                  <a:t>+v0</a:t>
                </a:r>
                <a:endParaRPr lang="fa-IR" sz="2800" dirty="0">
                  <a:solidFill>
                    <a:schemeClr val="bg1">
                      <a:lumMod val="95000"/>
                    </a:schemeClr>
                  </a:solidFill>
                  <a:latin typeface="Vazirmatn Light" pitchFamily="2" charset="-78"/>
                  <a:cs typeface="Vazirmatn Light" pitchFamily="2" charset="-78"/>
                </a:endParaRPr>
              </a:p>
            </p:txBody>
          </p:sp>
        </mc:Choice>
        <mc:Fallback>
          <p:sp>
            <p:nvSpPr>
              <p:cNvPr id="24" name="TextBox 23">
                <a:extLst>
                  <a:ext uri="{FF2B5EF4-FFF2-40B4-BE49-F238E27FC236}">
                    <a16:creationId xmlns:a16="http://schemas.microsoft.com/office/drawing/2014/main" id="{8D772F9C-0163-4356-B89B-B8FFEA8DCA32}"/>
                  </a:ext>
                </a:extLst>
              </p:cNvPr>
              <p:cNvSpPr txBox="1">
                <a:spLocks noRot="1" noChangeAspect="1" noMove="1" noResize="1" noEditPoints="1" noAdjustHandles="1" noChangeArrowheads="1" noChangeShapeType="1" noTextEdit="1"/>
              </p:cNvSpPr>
              <p:nvPr/>
            </p:nvSpPr>
            <p:spPr>
              <a:xfrm>
                <a:off x="10041213" y="-1174191"/>
                <a:ext cx="1937615" cy="523220"/>
              </a:xfrm>
              <a:prstGeom prst="rect">
                <a:avLst/>
              </a:prstGeom>
              <a:blipFill>
                <a:blip r:embed="rId6"/>
                <a:stretch>
                  <a:fillRect l="-3145" t="-8140" r="-6918" b="-34884"/>
                </a:stretch>
              </a:blipFill>
            </p:spPr>
            <p:txBody>
              <a:bodyPr/>
              <a:lstStyle/>
              <a:p>
                <a:r>
                  <a:rPr lang="fa-IR">
                    <a:noFill/>
                  </a:rPr>
                  <a:t> </a:t>
                </a:r>
              </a:p>
            </p:txBody>
          </p:sp>
        </mc:Fallback>
      </mc:AlternateContent>
      <p:sp>
        <p:nvSpPr>
          <p:cNvPr id="29" name="TextBox 28">
            <a:extLst>
              <a:ext uri="{FF2B5EF4-FFF2-40B4-BE49-F238E27FC236}">
                <a16:creationId xmlns:a16="http://schemas.microsoft.com/office/drawing/2014/main" id="{4116E50A-B4ED-4C1D-A3B0-918904DDF52A}"/>
              </a:ext>
            </a:extLst>
          </p:cNvPr>
          <p:cNvSpPr txBox="1"/>
          <p:nvPr/>
        </p:nvSpPr>
        <p:spPr>
          <a:xfrm>
            <a:off x="14769119" y="3845340"/>
            <a:ext cx="3754554" cy="461665"/>
          </a:xfrm>
          <a:prstGeom prst="rect">
            <a:avLst/>
          </a:prstGeom>
          <a:noFill/>
        </p:spPr>
        <p:txBody>
          <a:bodyPr wrap="none" rtlCol="1">
            <a:spAutoFit/>
          </a:bodyPr>
          <a:lstStyle/>
          <a:p>
            <a:r>
              <a:rPr lang="fa-IR" sz="2400" dirty="0">
                <a:solidFill>
                  <a:schemeClr val="bg1"/>
                </a:solidFill>
                <a:latin typeface="Vazirmatn Medium" pitchFamily="2" charset="-78"/>
                <a:cs typeface="Vazirmatn Medium" pitchFamily="2" charset="-78"/>
              </a:rPr>
              <a:t>چیز هایی که از کاربر میگیریم:</a:t>
            </a:r>
          </a:p>
        </p:txBody>
      </p:sp>
      <p:sp>
        <p:nvSpPr>
          <p:cNvPr id="30" name="TextBox 29">
            <a:extLst>
              <a:ext uri="{FF2B5EF4-FFF2-40B4-BE49-F238E27FC236}">
                <a16:creationId xmlns:a16="http://schemas.microsoft.com/office/drawing/2014/main" id="{3E7D7174-3AC7-48DC-9CBA-B1D8ADC9FA6D}"/>
              </a:ext>
            </a:extLst>
          </p:cNvPr>
          <p:cNvSpPr txBox="1"/>
          <p:nvPr/>
        </p:nvSpPr>
        <p:spPr>
          <a:xfrm>
            <a:off x="16474547" y="4307005"/>
            <a:ext cx="2026793" cy="1304203"/>
          </a:xfrm>
          <a:prstGeom prst="rect">
            <a:avLst/>
          </a:prstGeom>
          <a:noFill/>
        </p:spPr>
        <p:txBody>
          <a:bodyPr wrap="square" rtlCol="1">
            <a:spAutoFit/>
          </a:bodyPr>
          <a:lstStyle/>
          <a:p>
            <a:pPr marL="342900" indent="-342900" algn="r" rtl="1">
              <a:lnSpc>
                <a:spcPct val="150000"/>
              </a:lnSpc>
              <a:buFont typeface="Arial" panose="020B0604020202020204" pitchFamily="34" charset="0"/>
              <a:buChar char="•"/>
            </a:pPr>
            <a:r>
              <a:rPr lang="fa-IR" dirty="0">
                <a:solidFill>
                  <a:schemeClr val="bg1">
                    <a:lumMod val="95000"/>
                  </a:schemeClr>
                </a:solidFill>
                <a:latin typeface="Vazirmatn Medium" pitchFamily="2" charset="-78"/>
                <a:cs typeface="Vazirmatn Medium" pitchFamily="2" charset="-78"/>
              </a:rPr>
              <a:t>ارتفاع اولیه</a:t>
            </a:r>
          </a:p>
          <a:p>
            <a:pPr marL="342900" indent="-342900" algn="r" rtl="1">
              <a:lnSpc>
                <a:spcPct val="150000"/>
              </a:lnSpc>
              <a:buFont typeface="Arial" panose="020B0604020202020204" pitchFamily="34" charset="0"/>
              <a:buChar char="•"/>
            </a:pPr>
            <a:r>
              <a:rPr lang="fa-IR" dirty="0">
                <a:solidFill>
                  <a:schemeClr val="bg1">
                    <a:lumMod val="95000"/>
                  </a:schemeClr>
                </a:solidFill>
                <a:latin typeface="Vazirmatn Medium" pitchFamily="2" charset="-78"/>
                <a:cs typeface="Vazirmatn Medium" pitchFamily="2" charset="-78"/>
              </a:rPr>
              <a:t>سرعت اولیه</a:t>
            </a:r>
          </a:p>
          <a:p>
            <a:pPr marL="342900" indent="-342900" algn="r" rtl="1">
              <a:lnSpc>
                <a:spcPct val="150000"/>
              </a:lnSpc>
              <a:buFont typeface="Arial" panose="020B0604020202020204" pitchFamily="34" charset="0"/>
              <a:buChar char="•"/>
            </a:pPr>
            <a:r>
              <a:rPr lang="fa-IR" dirty="0">
                <a:solidFill>
                  <a:schemeClr val="bg1">
                    <a:lumMod val="95000"/>
                  </a:schemeClr>
                </a:solidFill>
                <a:latin typeface="Vazirmatn Medium" pitchFamily="2" charset="-78"/>
                <a:cs typeface="Vazirmatn Medium" pitchFamily="2" charset="-78"/>
              </a:rPr>
              <a:t>زمان</a:t>
            </a:r>
          </a:p>
        </p:txBody>
      </p:sp>
    </p:spTree>
    <p:extLst>
      <p:ext uri="{BB962C8B-B14F-4D97-AF65-F5344CB8AC3E}">
        <p14:creationId xmlns:p14="http://schemas.microsoft.com/office/powerpoint/2010/main" val="257672506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B73C9AC-13F7-8609-45D1-69E3E9B74AA6}"/>
              </a:ext>
            </a:extLst>
          </p:cNvPr>
          <p:cNvPicPr>
            <a:picLocks noChangeAspect="1"/>
          </p:cNvPicPr>
          <p:nvPr/>
        </p:nvPicPr>
        <p:blipFill rotWithShape="1">
          <a:blip r:embed="rId2">
            <a:extLst>
              <a:ext uri="{28A0092B-C50C-407E-A947-70E740481C1C}">
                <a14:useLocalDpi xmlns:a14="http://schemas.microsoft.com/office/drawing/2010/main" val="0"/>
              </a:ext>
            </a:extLst>
          </a:blip>
          <a:srcRect t="7802" b="7802"/>
          <a:stretch/>
        </p:blipFill>
        <p:spPr>
          <a:xfrm>
            <a:off x="0" y="0"/>
            <a:ext cx="12192000" cy="6858000"/>
          </a:xfrm>
          <a:prstGeom prst="rect">
            <a:avLst/>
          </a:prstGeom>
        </p:spPr>
      </p:pic>
      <p:pic>
        <p:nvPicPr>
          <p:cNvPr id="3" name="Picture 2">
            <a:extLst>
              <a:ext uri="{FF2B5EF4-FFF2-40B4-BE49-F238E27FC236}">
                <a16:creationId xmlns:a16="http://schemas.microsoft.com/office/drawing/2014/main" id="{124D0B5E-7088-4C43-BA64-129DC016FC8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5953" y="2109802"/>
            <a:ext cx="4628244" cy="2118235"/>
          </a:xfrm>
          <a:prstGeom prst="rect">
            <a:avLst/>
          </a:prstGeom>
        </p:spPr>
      </p:pic>
      <p:sp>
        <p:nvSpPr>
          <p:cNvPr id="32" name="TextBox 31">
            <a:extLst>
              <a:ext uri="{FF2B5EF4-FFF2-40B4-BE49-F238E27FC236}">
                <a16:creationId xmlns:a16="http://schemas.microsoft.com/office/drawing/2014/main" id="{8710D83E-91C6-42A5-A985-C86EC7F0B704}"/>
              </a:ext>
            </a:extLst>
          </p:cNvPr>
          <p:cNvSpPr txBox="1"/>
          <p:nvPr/>
        </p:nvSpPr>
        <p:spPr>
          <a:xfrm>
            <a:off x="6388785" y="1071263"/>
            <a:ext cx="5626861" cy="646331"/>
          </a:xfrm>
          <a:prstGeom prst="rect">
            <a:avLst/>
          </a:prstGeom>
          <a:noFill/>
        </p:spPr>
        <p:txBody>
          <a:bodyPr wrap="none" rtlCol="1">
            <a:spAutoFit/>
          </a:bodyPr>
          <a:lstStyle/>
          <a:p>
            <a:r>
              <a:rPr lang="fa-IR" sz="3600" dirty="0">
                <a:solidFill>
                  <a:schemeClr val="bg1"/>
                </a:solidFill>
                <a:latin typeface="Vazirmatn Medium" pitchFamily="2" charset="-78"/>
                <a:cs typeface="Vazirmatn Medium" pitchFamily="2" charset="-78"/>
              </a:rPr>
              <a:t>فرمول های آزمایش سقوط آزاد</a:t>
            </a:r>
          </a:p>
        </p:txBody>
      </p:sp>
      <p:sp>
        <p:nvSpPr>
          <p:cNvPr id="15" name="TextBox 14">
            <a:extLst>
              <a:ext uri="{FF2B5EF4-FFF2-40B4-BE49-F238E27FC236}">
                <a16:creationId xmlns:a16="http://schemas.microsoft.com/office/drawing/2014/main" id="{1C3EBA81-8414-4112-9454-1C247366C9AC}"/>
              </a:ext>
            </a:extLst>
          </p:cNvPr>
          <p:cNvSpPr txBox="1"/>
          <p:nvPr/>
        </p:nvSpPr>
        <p:spPr>
          <a:xfrm>
            <a:off x="15235643" y="1071264"/>
            <a:ext cx="4770858" cy="646331"/>
          </a:xfrm>
          <a:prstGeom prst="rect">
            <a:avLst/>
          </a:prstGeom>
          <a:noFill/>
        </p:spPr>
        <p:txBody>
          <a:bodyPr wrap="none" rtlCol="1">
            <a:spAutoFit/>
          </a:bodyPr>
          <a:lstStyle/>
          <a:p>
            <a:r>
              <a:rPr lang="fa-IR" sz="3600" dirty="0">
                <a:solidFill>
                  <a:schemeClr val="bg1"/>
                </a:solidFill>
                <a:latin typeface="Vazirmatn Medium" pitchFamily="2" charset="-78"/>
                <a:cs typeface="Vazirmatn Medium" pitchFamily="2" charset="-78"/>
              </a:rPr>
              <a:t>فرمول های آزمایش پرتابه</a:t>
            </a:r>
          </a:p>
        </p:txBody>
      </p:sp>
      <p:sp>
        <p:nvSpPr>
          <p:cNvPr id="17" name="TextBox 16">
            <a:extLst>
              <a:ext uri="{FF2B5EF4-FFF2-40B4-BE49-F238E27FC236}">
                <a16:creationId xmlns:a16="http://schemas.microsoft.com/office/drawing/2014/main" id="{DC37E9FC-D95D-4F79-BE96-266FCAF138A0}"/>
              </a:ext>
            </a:extLst>
          </p:cNvPr>
          <p:cNvSpPr txBox="1"/>
          <p:nvPr/>
        </p:nvSpPr>
        <p:spPr>
          <a:xfrm>
            <a:off x="16516913" y="2149413"/>
            <a:ext cx="2226840" cy="1631216"/>
          </a:xfrm>
          <a:prstGeom prst="rect">
            <a:avLst/>
          </a:prstGeom>
          <a:noFill/>
        </p:spPr>
        <p:txBody>
          <a:bodyPr wrap="square" rtlCol="1">
            <a:spAutoFit/>
          </a:bodyPr>
          <a:lstStyle/>
          <a:p>
            <a:pPr algn="just" rtl="1"/>
            <a:r>
              <a:rPr lang="en-US" sz="2000" b="0" i="1" dirty="0">
                <a:solidFill>
                  <a:srgbClr val="F9FAFB"/>
                </a:solidFill>
                <a:effectLst/>
                <a:latin typeface="Vazirmatn Light" pitchFamily="2" charset="-78"/>
                <a:cs typeface="Vazirmatn Light" pitchFamily="2" charset="-78"/>
              </a:rPr>
              <a:t>v</a:t>
            </a:r>
            <a:r>
              <a:rPr lang="en-US" sz="2000" b="0" i="0" dirty="0">
                <a:solidFill>
                  <a:srgbClr val="F9FAFB"/>
                </a:solidFill>
                <a:effectLst/>
                <a:latin typeface="Vazirmatn Light" pitchFamily="2" charset="-78"/>
                <a:cs typeface="Vazirmatn Light" pitchFamily="2" charset="-78"/>
              </a:rPr>
              <a:t>0</a:t>
            </a:r>
            <a:r>
              <a:rPr lang="en-US" sz="2000" b="0" i="1" dirty="0">
                <a:solidFill>
                  <a:srgbClr val="F9FAFB"/>
                </a:solidFill>
                <a:effectLst/>
                <a:latin typeface="Vazirmatn Light" pitchFamily="2" charset="-78"/>
                <a:cs typeface="Vazirmatn Light" pitchFamily="2" charset="-78"/>
              </a:rPr>
              <a:t>x</a:t>
            </a:r>
            <a:r>
              <a:rPr lang="en-US" sz="2000" b="0" i="0" dirty="0">
                <a:solidFill>
                  <a:srgbClr val="F9FAFB"/>
                </a:solidFill>
                <a:effectLst/>
                <a:latin typeface="Vazirmatn Light" pitchFamily="2" charset="-78"/>
                <a:cs typeface="Vazirmatn Light" pitchFamily="2" charset="-78"/>
              </a:rPr>
              <a:t>​=</a:t>
            </a:r>
            <a:r>
              <a:rPr lang="en-US" sz="2000" b="0" i="1" dirty="0">
                <a:solidFill>
                  <a:srgbClr val="F9FAFB"/>
                </a:solidFill>
                <a:effectLst/>
                <a:latin typeface="Vazirmatn Light" pitchFamily="2" charset="-78"/>
                <a:cs typeface="Vazirmatn Light" pitchFamily="2" charset="-78"/>
              </a:rPr>
              <a:t>v</a:t>
            </a:r>
            <a:r>
              <a:rPr lang="en-US" sz="2000" b="0" i="0" dirty="0">
                <a:solidFill>
                  <a:srgbClr val="F9FAFB"/>
                </a:solidFill>
                <a:effectLst/>
                <a:latin typeface="Vazirmatn Light" pitchFamily="2" charset="-78"/>
                <a:cs typeface="Vazirmatn Light" pitchFamily="2" charset="-78"/>
              </a:rPr>
              <a:t>0​cos</a:t>
            </a:r>
            <a:r>
              <a:rPr lang="el-GR" sz="2000" b="0" i="0" dirty="0">
                <a:solidFill>
                  <a:srgbClr val="E3E3E3"/>
                </a:solidFill>
                <a:effectLst/>
                <a:latin typeface="Courier New" panose="02070309020205020404" pitchFamily="49" charset="0"/>
                <a:cs typeface="Vazirmatn Light" pitchFamily="2" charset="-78"/>
              </a:rPr>
              <a:t>θ</a:t>
            </a:r>
            <a:endParaRPr lang="en-US" sz="2000" b="0" i="0" dirty="0">
              <a:solidFill>
                <a:srgbClr val="E3E3E3"/>
              </a:solidFill>
              <a:effectLst/>
              <a:latin typeface="Vazirmatn Light" pitchFamily="2" charset="-78"/>
              <a:cs typeface="Vazirmatn Light" pitchFamily="2" charset="-78"/>
            </a:endParaRPr>
          </a:p>
          <a:p>
            <a:pPr algn="just" rtl="1"/>
            <a:r>
              <a:rPr lang="en-US" sz="2000" b="0" dirty="0">
                <a:solidFill>
                  <a:srgbClr val="F9FAFB"/>
                </a:solidFill>
                <a:effectLst/>
                <a:latin typeface="Vazirmatn Light" pitchFamily="2" charset="-78"/>
                <a:cs typeface="Vazirmatn Light" pitchFamily="2" charset="-78"/>
              </a:rPr>
              <a:t>v0</a:t>
            </a:r>
            <a:r>
              <a:rPr lang="en-US" sz="2000" dirty="0">
                <a:solidFill>
                  <a:srgbClr val="F9FAFB"/>
                </a:solidFill>
                <a:latin typeface="Vazirmatn Light" pitchFamily="2" charset="-78"/>
                <a:cs typeface="Vazirmatn Light" pitchFamily="2" charset="-78"/>
              </a:rPr>
              <a:t>y</a:t>
            </a:r>
            <a:r>
              <a:rPr lang="en-US" sz="2000" b="0" dirty="0">
                <a:solidFill>
                  <a:srgbClr val="F9FAFB"/>
                </a:solidFill>
                <a:effectLst/>
                <a:latin typeface="Vazirmatn Light" pitchFamily="2" charset="-78"/>
                <a:cs typeface="Vazirmatn Light" pitchFamily="2" charset="-78"/>
              </a:rPr>
              <a:t>​=v0​sin</a:t>
            </a:r>
            <a:r>
              <a:rPr lang="el-GR" sz="2000" b="0" dirty="0">
                <a:solidFill>
                  <a:srgbClr val="E3E3E3"/>
                </a:solidFill>
                <a:effectLst/>
                <a:latin typeface="Courier New" panose="02070309020205020404" pitchFamily="49" charset="0"/>
                <a:cs typeface="Vazirmatn Light" pitchFamily="2" charset="-78"/>
              </a:rPr>
              <a:t>θ</a:t>
            </a:r>
            <a:endParaRPr lang="fa-IR" sz="2000" dirty="0">
              <a:solidFill>
                <a:schemeClr val="bg1">
                  <a:lumMod val="95000"/>
                </a:schemeClr>
              </a:solidFill>
              <a:latin typeface="Vazirmatn Light" pitchFamily="2" charset="-78"/>
              <a:cs typeface="Vazirmatn Light" pitchFamily="2" charset="-78"/>
            </a:endParaRPr>
          </a:p>
          <a:p>
            <a:pPr algn="just" rtl="1"/>
            <a:r>
              <a:rPr lang="en-US" sz="2000" b="0" i="1" dirty="0" err="1">
                <a:solidFill>
                  <a:srgbClr val="F9FAFB"/>
                </a:solidFill>
                <a:effectLst/>
                <a:latin typeface="Vazirmatn Light" pitchFamily="2" charset="-78"/>
                <a:cs typeface="Vazirmatn Light" pitchFamily="2" charset="-78"/>
              </a:rPr>
              <a:t>vx</a:t>
            </a:r>
            <a:r>
              <a:rPr lang="en-US" sz="2000" b="0" i="0" dirty="0">
                <a:solidFill>
                  <a:srgbClr val="F9FAFB"/>
                </a:solidFill>
                <a:effectLst/>
                <a:latin typeface="Vazirmatn Light" pitchFamily="2" charset="-78"/>
                <a:cs typeface="Vazirmatn Light" pitchFamily="2" charset="-78"/>
              </a:rPr>
              <a:t>​=</a:t>
            </a:r>
            <a:r>
              <a:rPr lang="en-US" sz="2000" b="0" i="1" dirty="0">
                <a:solidFill>
                  <a:srgbClr val="F9FAFB"/>
                </a:solidFill>
                <a:effectLst/>
                <a:latin typeface="Vazirmatn Light" pitchFamily="2" charset="-78"/>
                <a:cs typeface="Vazirmatn Light" pitchFamily="2" charset="-78"/>
              </a:rPr>
              <a:t>v</a:t>
            </a:r>
            <a:r>
              <a:rPr lang="en-US" sz="2000" b="0" i="0" dirty="0">
                <a:solidFill>
                  <a:srgbClr val="F9FAFB"/>
                </a:solidFill>
                <a:effectLst/>
                <a:latin typeface="Vazirmatn Light" pitchFamily="2" charset="-78"/>
                <a:cs typeface="Vazirmatn Light" pitchFamily="2" charset="-78"/>
              </a:rPr>
              <a:t>0</a:t>
            </a:r>
            <a:r>
              <a:rPr lang="en-US" sz="2000" b="0" i="1" dirty="0">
                <a:solidFill>
                  <a:srgbClr val="F9FAFB"/>
                </a:solidFill>
                <a:effectLst/>
                <a:latin typeface="Vazirmatn Light" pitchFamily="2" charset="-78"/>
                <a:cs typeface="Vazirmatn Light" pitchFamily="2" charset="-78"/>
              </a:rPr>
              <a:t>x</a:t>
            </a:r>
            <a:r>
              <a:rPr lang="en-US" sz="2000" b="0" i="0" dirty="0">
                <a:solidFill>
                  <a:srgbClr val="F9FAFB"/>
                </a:solidFill>
                <a:effectLst/>
                <a:latin typeface="Vazirmatn Light" pitchFamily="2" charset="-78"/>
                <a:cs typeface="Vazirmatn Light" pitchFamily="2" charset="-78"/>
              </a:rPr>
              <a:t>​=</a:t>
            </a:r>
            <a:r>
              <a:rPr lang="en-US" sz="2000" b="0" i="1" dirty="0">
                <a:solidFill>
                  <a:srgbClr val="F9FAFB"/>
                </a:solidFill>
                <a:effectLst/>
                <a:latin typeface="Vazirmatn Light" pitchFamily="2" charset="-78"/>
                <a:cs typeface="Vazirmatn Light" pitchFamily="2" charset="-78"/>
              </a:rPr>
              <a:t>v</a:t>
            </a:r>
            <a:r>
              <a:rPr lang="en-US" sz="2000" b="0" i="0" dirty="0">
                <a:solidFill>
                  <a:srgbClr val="F9FAFB"/>
                </a:solidFill>
                <a:effectLst/>
                <a:latin typeface="Vazirmatn Light" pitchFamily="2" charset="-78"/>
                <a:cs typeface="Vazirmatn Light" pitchFamily="2" charset="-78"/>
              </a:rPr>
              <a:t>0​cos</a:t>
            </a:r>
            <a:r>
              <a:rPr lang="el-GR" sz="2000" b="0" i="0" dirty="0">
                <a:solidFill>
                  <a:srgbClr val="E3E3E3"/>
                </a:solidFill>
                <a:effectLst/>
                <a:latin typeface="Courier New" panose="02070309020205020404" pitchFamily="49" charset="0"/>
                <a:cs typeface="Vazirmatn Light" pitchFamily="2" charset="-78"/>
              </a:rPr>
              <a:t>θ</a:t>
            </a:r>
            <a:endParaRPr lang="fa-IR" sz="2000" dirty="0">
              <a:solidFill>
                <a:schemeClr val="bg1">
                  <a:lumMod val="95000"/>
                </a:schemeClr>
              </a:solidFill>
              <a:latin typeface="Vazirmatn Light" pitchFamily="2" charset="-78"/>
              <a:cs typeface="Vazirmatn Light" pitchFamily="2" charset="-78"/>
            </a:endParaRPr>
          </a:p>
          <a:p>
            <a:pPr algn="just" rtl="1"/>
            <a:r>
              <a:rPr lang="en-US" sz="2000" b="0" dirty="0">
                <a:solidFill>
                  <a:srgbClr val="F9FAFB"/>
                </a:solidFill>
                <a:effectLst/>
                <a:latin typeface="Vazirmatn Light" pitchFamily="2" charset="-78"/>
                <a:cs typeface="Vazirmatn Light" pitchFamily="2" charset="-78"/>
              </a:rPr>
              <a:t>x=x0​+v0x​t</a:t>
            </a:r>
            <a:endParaRPr lang="fa-IR" sz="2000" b="0" dirty="0">
              <a:solidFill>
                <a:srgbClr val="F9FAFB"/>
              </a:solidFill>
              <a:effectLst/>
              <a:latin typeface="Vazirmatn Light" pitchFamily="2" charset="-78"/>
              <a:cs typeface="Vazirmatn Light" pitchFamily="2" charset="-78"/>
            </a:endParaRPr>
          </a:p>
          <a:p>
            <a:pPr algn="just" rtl="1"/>
            <a:endParaRPr lang="fa-IR" sz="2000" dirty="0">
              <a:solidFill>
                <a:schemeClr val="bg1">
                  <a:lumMod val="95000"/>
                </a:schemeClr>
              </a:solidFill>
              <a:latin typeface="Vazirmatn Light" pitchFamily="2" charset="-78"/>
              <a:cs typeface="Vazirmatn Light" pitchFamily="2" charset="-78"/>
            </a:endParaRPr>
          </a:p>
        </p:txBody>
      </p:sp>
      <mc:AlternateContent xmlns:mc="http://schemas.openxmlformats.org/markup-compatibility/2006">
        <mc:Choice xmlns:a14="http://schemas.microsoft.com/office/drawing/2010/main" Requires="a14">
          <p:sp>
            <p:nvSpPr>
              <p:cNvPr id="18" name="TextBox 17">
                <a:extLst>
                  <a:ext uri="{FF2B5EF4-FFF2-40B4-BE49-F238E27FC236}">
                    <a16:creationId xmlns:a16="http://schemas.microsoft.com/office/drawing/2014/main" id="{BEB59FCB-64EF-4858-AC70-F63E4EA39253}"/>
                  </a:ext>
                </a:extLst>
              </p:cNvPr>
              <p:cNvSpPr txBox="1"/>
              <p:nvPr/>
            </p:nvSpPr>
            <p:spPr>
              <a:xfrm>
                <a:off x="13770279" y="2160988"/>
                <a:ext cx="2746634" cy="1015663"/>
              </a:xfrm>
              <a:prstGeom prst="rect">
                <a:avLst/>
              </a:prstGeom>
              <a:noFill/>
            </p:spPr>
            <p:txBody>
              <a:bodyPr wrap="square" rtlCol="1">
                <a:spAutoFit/>
              </a:bodyPr>
              <a:lstStyle/>
              <a:p>
                <a:pPr rtl="1"/>
                <a:r>
                  <a:rPr lang="es-ES" sz="2000" b="0" dirty="0">
                    <a:solidFill>
                      <a:srgbClr val="F9FAFB"/>
                    </a:solidFill>
                    <a:effectLst/>
                    <a:latin typeface="Vazirmatn Light" pitchFamily="2" charset="-78"/>
                    <a:cs typeface="Vazirmatn Light" pitchFamily="2" charset="-78"/>
                  </a:rPr>
                  <a:t>vy​=v0y​−</a:t>
                </a:r>
                <a:r>
                  <a:rPr lang="es-ES" sz="2000" b="0" dirty="0" err="1">
                    <a:solidFill>
                      <a:srgbClr val="F9FAFB"/>
                    </a:solidFill>
                    <a:effectLst/>
                    <a:latin typeface="Vazirmatn Light" pitchFamily="2" charset="-78"/>
                    <a:cs typeface="Vazirmatn Light" pitchFamily="2" charset="-78"/>
                  </a:rPr>
                  <a:t>gt</a:t>
                </a:r>
                <a:r>
                  <a:rPr lang="es-ES" sz="2000" b="0" dirty="0">
                    <a:solidFill>
                      <a:srgbClr val="F9FAFB"/>
                    </a:solidFill>
                    <a:effectLst/>
                    <a:latin typeface="Vazirmatn Light" pitchFamily="2" charset="-78"/>
                    <a:cs typeface="Vazirmatn Light" pitchFamily="2" charset="-78"/>
                  </a:rPr>
                  <a:t>=v0​sin</a:t>
                </a:r>
                <a:r>
                  <a:rPr lang="el-GR" sz="2000" b="0" dirty="0">
                    <a:solidFill>
                      <a:srgbClr val="E3E3E3"/>
                    </a:solidFill>
                    <a:effectLst/>
                    <a:latin typeface="Courier New" panose="02070309020205020404" pitchFamily="49" charset="0"/>
                    <a:cs typeface="Vazirmatn Light" pitchFamily="2" charset="-78"/>
                  </a:rPr>
                  <a:t>θ</a:t>
                </a:r>
                <a:r>
                  <a:rPr lang="es-ES" sz="2000" b="0" dirty="0">
                    <a:solidFill>
                      <a:srgbClr val="F9FAFB"/>
                    </a:solidFill>
                    <a:effectLst/>
                    <a:latin typeface="Vazirmatn Light" pitchFamily="2" charset="-78"/>
                    <a:cs typeface="Vazirmatn Light" pitchFamily="2" charset="-78"/>
                  </a:rPr>
                  <a:t>−</a:t>
                </a:r>
                <a:r>
                  <a:rPr lang="es-ES" sz="2000" b="0" dirty="0" err="1">
                    <a:solidFill>
                      <a:srgbClr val="F9FAFB"/>
                    </a:solidFill>
                    <a:effectLst/>
                    <a:latin typeface="Vazirmatn Light" pitchFamily="2" charset="-78"/>
                    <a:cs typeface="Vazirmatn Light" pitchFamily="2" charset="-78"/>
                  </a:rPr>
                  <a:t>gt</a:t>
                </a:r>
                <a:br>
                  <a:rPr lang="es-ES" sz="2000" b="0" dirty="0">
                    <a:solidFill>
                      <a:srgbClr val="F9FAFB"/>
                    </a:solidFill>
                    <a:effectLst/>
                    <a:latin typeface="Vazirmatn Light" pitchFamily="2" charset="-78"/>
                    <a:cs typeface="Vazirmatn Light" pitchFamily="2" charset="-78"/>
                  </a:rPr>
                </a:br>
                <a:r>
                  <a:rPr lang="es-ES" sz="2000" b="0" dirty="0">
                    <a:solidFill>
                      <a:srgbClr val="F9FAFB"/>
                    </a:solidFill>
                    <a:effectLst/>
                    <a:latin typeface="Vazirmatn Light" pitchFamily="2" charset="-78"/>
                    <a:cs typeface="Vazirmatn Light" pitchFamily="2" charset="-78"/>
                  </a:rPr>
                  <a:t>y=y0+v0y×t−12g</a:t>
                </a:r>
                <a14:m>
                  <m:oMath xmlns:m="http://schemas.openxmlformats.org/officeDocument/2006/math">
                    <m:sSup>
                      <m:sSupPr>
                        <m:ctrlPr>
                          <a:rPr lang="es-ES" sz="2000" b="0" i="1" smtClean="0">
                            <a:solidFill>
                              <a:srgbClr val="F9FAFB"/>
                            </a:solidFill>
                            <a:effectLst/>
                            <a:latin typeface="Cambria Math" panose="02040503050406030204" pitchFamily="18" charset="0"/>
                          </a:rPr>
                        </m:ctrlPr>
                      </m:sSupPr>
                      <m:e>
                        <m:r>
                          <a:rPr lang="en-US" sz="2000" b="0" i="1" smtClean="0">
                            <a:solidFill>
                              <a:srgbClr val="F9FAFB"/>
                            </a:solidFill>
                            <a:effectLst/>
                            <a:latin typeface="Cambria Math" panose="02040503050406030204" pitchFamily="18" charset="0"/>
                          </a:rPr>
                          <m:t>𝑡</m:t>
                        </m:r>
                      </m:e>
                      <m:sup>
                        <m:r>
                          <a:rPr lang="es-ES" sz="2000" b="0" i="1" smtClean="0">
                            <a:solidFill>
                              <a:srgbClr val="F9FAFB"/>
                            </a:solidFill>
                            <a:effectLst/>
                            <a:latin typeface="Cambria Math" panose="02040503050406030204" pitchFamily="18" charset="0"/>
                          </a:rPr>
                          <m:t>2</m:t>
                        </m:r>
                      </m:sup>
                    </m:sSup>
                  </m:oMath>
                </a14:m>
                <a:br>
                  <a:rPr lang="es-ES" sz="2000" dirty="0">
                    <a:latin typeface="Vazirmatn Light" pitchFamily="2" charset="-78"/>
                    <a:cs typeface="Vazirmatn Light" pitchFamily="2" charset="-78"/>
                  </a:rPr>
                </a:br>
                <a:endParaRPr lang="fa-IR" sz="2000" dirty="0">
                  <a:solidFill>
                    <a:schemeClr val="bg1">
                      <a:lumMod val="95000"/>
                    </a:schemeClr>
                  </a:solidFill>
                  <a:latin typeface="Vazirmatn Light" pitchFamily="2" charset="-78"/>
                  <a:cs typeface="Vazirmatn Light" pitchFamily="2" charset="-78"/>
                </a:endParaRPr>
              </a:p>
            </p:txBody>
          </p:sp>
        </mc:Choice>
        <mc:Fallback>
          <p:sp>
            <p:nvSpPr>
              <p:cNvPr id="18" name="TextBox 17">
                <a:extLst>
                  <a:ext uri="{FF2B5EF4-FFF2-40B4-BE49-F238E27FC236}">
                    <a16:creationId xmlns:a16="http://schemas.microsoft.com/office/drawing/2014/main" id="{BEB59FCB-64EF-4858-AC70-F63E4EA39253}"/>
                  </a:ext>
                </a:extLst>
              </p:cNvPr>
              <p:cNvSpPr txBox="1">
                <a:spLocks noRot="1" noChangeAspect="1" noMove="1" noResize="1" noEditPoints="1" noAdjustHandles="1" noChangeArrowheads="1" noChangeShapeType="1" noTextEdit="1"/>
              </p:cNvSpPr>
              <p:nvPr/>
            </p:nvSpPr>
            <p:spPr>
              <a:xfrm>
                <a:off x="13770279" y="2160988"/>
                <a:ext cx="2746634" cy="1015663"/>
              </a:xfrm>
              <a:prstGeom prst="rect">
                <a:avLst/>
              </a:prstGeom>
              <a:blipFill>
                <a:blip r:embed="rId4"/>
                <a:stretch>
                  <a:fillRect l="-4889" t="-4192" b="-9581"/>
                </a:stretch>
              </a:blipFill>
            </p:spPr>
            <p:txBody>
              <a:bodyPr/>
              <a:lstStyle/>
              <a:p>
                <a:r>
                  <a:rPr lang="fa-IR">
                    <a:noFill/>
                  </a:rPr>
                  <a:t> </a:t>
                </a:r>
              </a:p>
            </p:txBody>
          </p:sp>
        </mc:Fallback>
      </mc:AlternateContent>
      <mc:AlternateContent xmlns:mc="http://schemas.openxmlformats.org/markup-compatibility/2006">
        <mc:Choice xmlns:a14="http://schemas.microsoft.com/office/drawing/2010/main" Requires="a14">
          <p:sp>
            <p:nvSpPr>
              <p:cNvPr id="19" name="TextBox 18">
                <a:extLst>
                  <a:ext uri="{FF2B5EF4-FFF2-40B4-BE49-F238E27FC236}">
                    <a16:creationId xmlns:a16="http://schemas.microsoft.com/office/drawing/2014/main" id="{22C7AEE7-CA14-44BA-B19B-2A6F8B175452}"/>
                  </a:ext>
                </a:extLst>
              </p:cNvPr>
              <p:cNvSpPr txBox="1"/>
              <p:nvPr/>
            </p:nvSpPr>
            <p:spPr>
              <a:xfrm>
                <a:off x="9325643" y="1848192"/>
                <a:ext cx="2653185" cy="523220"/>
              </a:xfrm>
              <a:prstGeom prst="rect">
                <a:avLst/>
              </a:prstGeom>
              <a:noFill/>
            </p:spPr>
            <p:txBody>
              <a:bodyPr wrap="square" rtlCol="1">
                <a:spAutoFit/>
              </a:bodyPr>
              <a:lstStyle/>
              <a:p>
                <a:pPr algn="just" rtl="1"/>
                <a:r>
                  <a:rPr lang="en-US" sz="2800" dirty="0">
                    <a:solidFill>
                      <a:schemeClr val="bg1">
                        <a:lumMod val="95000"/>
                      </a:schemeClr>
                    </a:solidFill>
                    <a:latin typeface="Vazirmatn Light" pitchFamily="2" charset="-78"/>
                    <a:cs typeface="Vazirmatn Light" pitchFamily="2" charset="-78"/>
                  </a:rPr>
                  <a:t>Y=-1/2g</a:t>
                </a:r>
                <a14:m>
                  <m:oMath xmlns:m="http://schemas.openxmlformats.org/officeDocument/2006/math">
                    <m:sSup>
                      <m:sSupPr>
                        <m:ctrlPr>
                          <a:rPr lang="en-US" sz="2800" i="1" smtClean="0">
                            <a:solidFill>
                              <a:schemeClr val="bg1">
                                <a:lumMod val="95000"/>
                              </a:schemeClr>
                            </a:solidFill>
                            <a:latin typeface="Cambria Math" panose="02040503050406030204" pitchFamily="18" charset="0"/>
                            <a:cs typeface="Vazirmatn Light" pitchFamily="2" charset="-78"/>
                          </a:rPr>
                        </m:ctrlPr>
                      </m:sSupPr>
                      <m:e>
                        <m:r>
                          <a:rPr lang="en-US" sz="2800" b="0" i="1" smtClean="0">
                            <a:solidFill>
                              <a:schemeClr val="bg1">
                                <a:lumMod val="95000"/>
                              </a:schemeClr>
                            </a:solidFill>
                            <a:latin typeface="Cambria Math" panose="02040503050406030204" pitchFamily="18" charset="0"/>
                            <a:cs typeface="Vazirmatn Light" pitchFamily="2" charset="-78"/>
                          </a:rPr>
                          <m:t>𝑡</m:t>
                        </m:r>
                      </m:e>
                      <m:sup>
                        <m:r>
                          <a:rPr lang="en-US" sz="2800" i="1" smtClean="0">
                            <a:solidFill>
                              <a:schemeClr val="bg1">
                                <a:lumMod val="95000"/>
                              </a:schemeClr>
                            </a:solidFill>
                            <a:latin typeface="Cambria Math" panose="02040503050406030204" pitchFamily="18" charset="0"/>
                            <a:cs typeface="Vazirmatn Light" pitchFamily="2" charset="-78"/>
                          </a:rPr>
                          <m:t>2</m:t>
                        </m:r>
                      </m:sup>
                    </m:sSup>
                  </m:oMath>
                </a14:m>
                <a:r>
                  <a:rPr lang="en-US" sz="2800" dirty="0">
                    <a:solidFill>
                      <a:schemeClr val="bg1">
                        <a:lumMod val="95000"/>
                      </a:schemeClr>
                    </a:solidFill>
                    <a:latin typeface="Vazirmatn Light" pitchFamily="2" charset="-78"/>
                    <a:cs typeface="Vazirmatn Light" pitchFamily="2" charset="-78"/>
                  </a:rPr>
                  <a:t>+v0t</a:t>
                </a:r>
                <a:endParaRPr lang="fa-IR" sz="2800" dirty="0">
                  <a:solidFill>
                    <a:schemeClr val="bg1">
                      <a:lumMod val="95000"/>
                    </a:schemeClr>
                  </a:solidFill>
                  <a:latin typeface="Vazirmatn Light" pitchFamily="2" charset="-78"/>
                  <a:cs typeface="Vazirmatn Light" pitchFamily="2" charset="-78"/>
                </a:endParaRPr>
              </a:p>
            </p:txBody>
          </p:sp>
        </mc:Choice>
        <mc:Fallback>
          <p:sp>
            <p:nvSpPr>
              <p:cNvPr id="19" name="TextBox 18">
                <a:extLst>
                  <a:ext uri="{FF2B5EF4-FFF2-40B4-BE49-F238E27FC236}">
                    <a16:creationId xmlns:a16="http://schemas.microsoft.com/office/drawing/2014/main" id="{22C7AEE7-CA14-44BA-B19B-2A6F8B175452}"/>
                  </a:ext>
                </a:extLst>
              </p:cNvPr>
              <p:cNvSpPr txBox="1">
                <a:spLocks noRot="1" noChangeAspect="1" noMove="1" noResize="1" noEditPoints="1" noAdjustHandles="1" noChangeArrowheads="1" noChangeShapeType="1" noTextEdit="1"/>
              </p:cNvSpPr>
              <p:nvPr/>
            </p:nvSpPr>
            <p:spPr>
              <a:xfrm>
                <a:off x="9325643" y="1848192"/>
                <a:ext cx="2653185" cy="523220"/>
              </a:xfrm>
              <a:prstGeom prst="rect">
                <a:avLst/>
              </a:prstGeom>
              <a:blipFill>
                <a:blip r:embed="rId5"/>
                <a:stretch>
                  <a:fillRect l="-1609" t="-8140" r="-4828" b="-34884"/>
                </a:stretch>
              </a:blipFill>
            </p:spPr>
            <p:txBody>
              <a:bodyPr/>
              <a:lstStyle/>
              <a:p>
                <a:r>
                  <a:rPr lang="fa-IR">
                    <a:noFill/>
                  </a:rPr>
                  <a:t> </a:t>
                </a:r>
              </a:p>
            </p:txBody>
          </p:sp>
        </mc:Fallback>
      </mc:AlternateContent>
      <mc:AlternateContent xmlns:mc="http://schemas.openxmlformats.org/markup-compatibility/2006">
        <mc:Choice xmlns:a14="http://schemas.microsoft.com/office/drawing/2010/main" Requires="a14">
          <p:sp>
            <p:nvSpPr>
              <p:cNvPr id="9" name="TextBox 8">
                <a:extLst>
                  <a:ext uri="{FF2B5EF4-FFF2-40B4-BE49-F238E27FC236}">
                    <a16:creationId xmlns:a16="http://schemas.microsoft.com/office/drawing/2014/main" id="{65D10B94-E1FF-4720-BDBD-CBBD35D68D4A}"/>
                  </a:ext>
                </a:extLst>
              </p:cNvPr>
              <p:cNvSpPr txBox="1"/>
              <p:nvPr/>
            </p:nvSpPr>
            <p:spPr>
              <a:xfrm>
                <a:off x="10041213" y="2407209"/>
                <a:ext cx="1937615" cy="523220"/>
              </a:xfrm>
              <a:prstGeom prst="rect">
                <a:avLst/>
              </a:prstGeom>
              <a:noFill/>
            </p:spPr>
            <p:txBody>
              <a:bodyPr wrap="square" rtlCol="1">
                <a:spAutoFit/>
              </a:bodyPr>
              <a:lstStyle/>
              <a:p>
                <a:pPr algn="just" rtl="1"/>
                <a:r>
                  <a:rPr lang="en-US" sz="2800" dirty="0">
                    <a:solidFill>
                      <a:schemeClr val="bg1">
                        <a:lumMod val="95000"/>
                      </a:schemeClr>
                    </a:solidFill>
                    <a:latin typeface="Vazirmatn Light" pitchFamily="2" charset="-78"/>
                    <a:cs typeface="Vazirmatn Light" pitchFamily="2" charset="-78"/>
                  </a:rPr>
                  <a:t>v=-g</a:t>
                </a:r>
                <a14:m>
                  <m:oMath xmlns:m="http://schemas.openxmlformats.org/officeDocument/2006/math">
                    <m:sSup>
                      <m:sSupPr>
                        <m:ctrlPr>
                          <a:rPr lang="en-US" sz="2800" i="1" smtClean="0">
                            <a:solidFill>
                              <a:schemeClr val="bg1">
                                <a:lumMod val="95000"/>
                              </a:schemeClr>
                            </a:solidFill>
                            <a:latin typeface="Cambria Math" panose="02040503050406030204" pitchFamily="18" charset="0"/>
                            <a:cs typeface="Vazirmatn Light" pitchFamily="2" charset="-78"/>
                          </a:rPr>
                        </m:ctrlPr>
                      </m:sSupPr>
                      <m:e>
                        <m:r>
                          <a:rPr lang="en-US" sz="2800" b="0" i="1" smtClean="0">
                            <a:solidFill>
                              <a:schemeClr val="bg1">
                                <a:lumMod val="95000"/>
                              </a:schemeClr>
                            </a:solidFill>
                            <a:latin typeface="Cambria Math" panose="02040503050406030204" pitchFamily="18" charset="0"/>
                            <a:cs typeface="Vazirmatn Light" pitchFamily="2" charset="-78"/>
                          </a:rPr>
                          <m:t>𝑡</m:t>
                        </m:r>
                      </m:e>
                      <m:sup>
                        <m:r>
                          <a:rPr lang="en-US" sz="2800" i="1" smtClean="0">
                            <a:solidFill>
                              <a:schemeClr val="bg1">
                                <a:lumMod val="95000"/>
                              </a:schemeClr>
                            </a:solidFill>
                            <a:latin typeface="Cambria Math" panose="02040503050406030204" pitchFamily="18" charset="0"/>
                            <a:cs typeface="Vazirmatn Light" pitchFamily="2" charset="-78"/>
                          </a:rPr>
                          <m:t>2</m:t>
                        </m:r>
                      </m:sup>
                    </m:sSup>
                  </m:oMath>
                </a14:m>
                <a:r>
                  <a:rPr lang="en-US" sz="2800" dirty="0">
                    <a:solidFill>
                      <a:schemeClr val="bg1">
                        <a:lumMod val="95000"/>
                      </a:schemeClr>
                    </a:solidFill>
                    <a:latin typeface="Vazirmatn Light" pitchFamily="2" charset="-78"/>
                    <a:cs typeface="Vazirmatn Light" pitchFamily="2" charset="-78"/>
                  </a:rPr>
                  <a:t>+v0</a:t>
                </a:r>
                <a:endParaRPr lang="fa-IR" sz="2800" dirty="0">
                  <a:solidFill>
                    <a:schemeClr val="bg1">
                      <a:lumMod val="95000"/>
                    </a:schemeClr>
                  </a:solidFill>
                  <a:latin typeface="Vazirmatn Light" pitchFamily="2" charset="-78"/>
                  <a:cs typeface="Vazirmatn Light" pitchFamily="2" charset="-78"/>
                </a:endParaRPr>
              </a:p>
            </p:txBody>
          </p:sp>
        </mc:Choice>
        <mc:Fallback>
          <p:sp>
            <p:nvSpPr>
              <p:cNvPr id="9" name="TextBox 8">
                <a:extLst>
                  <a:ext uri="{FF2B5EF4-FFF2-40B4-BE49-F238E27FC236}">
                    <a16:creationId xmlns:a16="http://schemas.microsoft.com/office/drawing/2014/main" id="{65D10B94-E1FF-4720-BDBD-CBBD35D68D4A}"/>
                  </a:ext>
                </a:extLst>
              </p:cNvPr>
              <p:cNvSpPr txBox="1">
                <a:spLocks noRot="1" noChangeAspect="1" noMove="1" noResize="1" noEditPoints="1" noAdjustHandles="1" noChangeArrowheads="1" noChangeShapeType="1" noTextEdit="1"/>
              </p:cNvSpPr>
              <p:nvPr/>
            </p:nvSpPr>
            <p:spPr>
              <a:xfrm>
                <a:off x="10041213" y="2407209"/>
                <a:ext cx="1937615" cy="523220"/>
              </a:xfrm>
              <a:prstGeom prst="rect">
                <a:avLst/>
              </a:prstGeom>
              <a:blipFill>
                <a:blip r:embed="rId6"/>
                <a:stretch>
                  <a:fillRect l="-3145" t="-9302" r="-6918" b="-34884"/>
                </a:stretch>
              </a:blipFill>
            </p:spPr>
            <p:txBody>
              <a:bodyPr/>
              <a:lstStyle/>
              <a:p>
                <a:r>
                  <a:rPr lang="fa-IR">
                    <a:noFill/>
                  </a:rPr>
                  <a:t> </a:t>
                </a:r>
              </a:p>
            </p:txBody>
          </p:sp>
        </mc:Fallback>
      </mc:AlternateContent>
      <p:sp>
        <p:nvSpPr>
          <p:cNvPr id="10" name="TextBox 9">
            <a:extLst>
              <a:ext uri="{FF2B5EF4-FFF2-40B4-BE49-F238E27FC236}">
                <a16:creationId xmlns:a16="http://schemas.microsoft.com/office/drawing/2014/main" id="{83E49A0F-8A80-4F92-9206-CC631DA7B206}"/>
              </a:ext>
            </a:extLst>
          </p:cNvPr>
          <p:cNvSpPr txBox="1"/>
          <p:nvPr/>
        </p:nvSpPr>
        <p:spPr>
          <a:xfrm>
            <a:off x="-4251474" y="1071263"/>
            <a:ext cx="3493264" cy="646331"/>
          </a:xfrm>
          <a:prstGeom prst="rect">
            <a:avLst/>
          </a:prstGeom>
          <a:noFill/>
        </p:spPr>
        <p:txBody>
          <a:bodyPr wrap="none" rtlCol="1">
            <a:spAutoFit/>
          </a:bodyPr>
          <a:lstStyle/>
          <a:p>
            <a:r>
              <a:rPr lang="fa-IR" sz="3600" dirty="0">
                <a:solidFill>
                  <a:schemeClr val="bg1"/>
                </a:solidFill>
                <a:latin typeface="Vazirmatn Medium" pitchFamily="2" charset="-78"/>
                <a:cs typeface="Vazirmatn Medium" pitchFamily="2" charset="-78"/>
              </a:rPr>
              <a:t>آزمایش سقوط آزاد</a:t>
            </a:r>
          </a:p>
        </p:txBody>
      </p:sp>
      <p:sp>
        <p:nvSpPr>
          <p:cNvPr id="11" name="TextBox 10">
            <a:extLst>
              <a:ext uri="{FF2B5EF4-FFF2-40B4-BE49-F238E27FC236}">
                <a16:creationId xmlns:a16="http://schemas.microsoft.com/office/drawing/2014/main" id="{2F93675C-F388-4FCE-9FEE-D278B5C59F4E}"/>
              </a:ext>
            </a:extLst>
          </p:cNvPr>
          <p:cNvSpPr txBox="1"/>
          <p:nvPr/>
        </p:nvSpPr>
        <p:spPr>
          <a:xfrm>
            <a:off x="-6542317" y="1772126"/>
            <a:ext cx="5806440" cy="1631216"/>
          </a:xfrm>
          <a:prstGeom prst="rect">
            <a:avLst/>
          </a:prstGeom>
          <a:noFill/>
        </p:spPr>
        <p:txBody>
          <a:bodyPr wrap="square" rtlCol="1">
            <a:spAutoFit/>
          </a:bodyPr>
          <a:lstStyle/>
          <a:p>
            <a:pPr algn="just" rtl="1"/>
            <a:r>
              <a:rPr lang="fa-IR" sz="2000" dirty="0">
                <a:solidFill>
                  <a:schemeClr val="bg1">
                    <a:lumMod val="95000"/>
                  </a:schemeClr>
                </a:solidFill>
                <a:latin typeface="Vazirmatn Light" pitchFamily="2" charset="-78"/>
                <a:cs typeface="Vazirmatn Light" pitchFamily="2" charset="-78"/>
              </a:rPr>
              <a:t> به سقوطی که مقاومت (اصطکاک) هوا در آن‌ها وجود ندارد. به این حالت (بدون مقاومت هوا)، حرکت سقوط آزاد گفته می‌شود. در این حالت نیرو گرانشی باعث می‌شود که اجسام به سمت مرکز زمین با شتاب ثابت گرانشی سقوط کنند.</a:t>
            </a:r>
          </a:p>
        </p:txBody>
      </p:sp>
      <p:sp>
        <p:nvSpPr>
          <p:cNvPr id="12" name="TextBox 11">
            <a:extLst>
              <a:ext uri="{FF2B5EF4-FFF2-40B4-BE49-F238E27FC236}">
                <a16:creationId xmlns:a16="http://schemas.microsoft.com/office/drawing/2014/main" id="{428663D2-207C-49AB-A221-2A1B13AC7848}"/>
              </a:ext>
            </a:extLst>
          </p:cNvPr>
          <p:cNvSpPr txBox="1"/>
          <p:nvPr/>
        </p:nvSpPr>
        <p:spPr>
          <a:xfrm>
            <a:off x="8234969" y="3845340"/>
            <a:ext cx="3754554" cy="461665"/>
          </a:xfrm>
          <a:prstGeom prst="rect">
            <a:avLst/>
          </a:prstGeom>
          <a:noFill/>
        </p:spPr>
        <p:txBody>
          <a:bodyPr wrap="none" rtlCol="1">
            <a:spAutoFit/>
          </a:bodyPr>
          <a:lstStyle/>
          <a:p>
            <a:r>
              <a:rPr lang="fa-IR" sz="2400" dirty="0">
                <a:solidFill>
                  <a:schemeClr val="bg1"/>
                </a:solidFill>
                <a:latin typeface="Vazirmatn Medium" pitchFamily="2" charset="-78"/>
                <a:cs typeface="Vazirmatn Medium" pitchFamily="2" charset="-78"/>
              </a:rPr>
              <a:t>چیز هایی که از کاربر میگیریم:</a:t>
            </a:r>
          </a:p>
        </p:txBody>
      </p:sp>
      <p:sp>
        <p:nvSpPr>
          <p:cNvPr id="13" name="TextBox 12">
            <a:extLst>
              <a:ext uri="{FF2B5EF4-FFF2-40B4-BE49-F238E27FC236}">
                <a16:creationId xmlns:a16="http://schemas.microsoft.com/office/drawing/2014/main" id="{361AB54F-D4DA-49A1-905C-CAEC359D7A7D}"/>
              </a:ext>
            </a:extLst>
          </p:cNvPr>
          <p:cNvSpPr txBox="1"/>
          <p:nvPr/>
        </p:nvSpPr>
        <p:spPr>
          <a:xfrm>
            <a:off x="9940397" y="4307005"/>
            <a:ext cx="2026793" cy="1304203"/>
          </a:xfrm>
          <a:prstGeom prst="rect">
            <a:avLst/>
          </a:prstGeom>
          <a:noFill/>
        </p:spPr>
        <p:txBody>
          <a:bodyPr wrap="square" rtlCol="1">
            <a:spAutoFit/>
          </a:bodyPr>
          <a:lstStyle/>
          <a:p>
            <a:pPr marL="342900" indent="-342900" algn="r" rtl="1">
              <a:lnSpc>
                <a:spcPct val="150000"/>
              </a:lnSpc>
              <a:buFont typeface="Arial" panose="020B0604020202020204" pitchFamily="34" charset="0"/>
              <a:buChar char="•"/>
            </a:pPr>
            <a:r>
              <a:rPr lang="fa-IR" dirty="0">
                <a:solidFill>
                  <a:schemeClr val="bg1">
                    <a:lumMod val="95000"/>
                  </a:schemeClr>
                </a:solidFill>
                <a:latin typeface="Vazirmatn Medium" pitchFamily="2" charset="-78"/>
                <a:cs typeface="Vazirmatn Medium" pitchFamily="2" charset="-78"/>
              </a:rPr>
              <a:t>ارتفاع اولیه</a:t>
            </a:r>
          </a:p>
          <a:p>
            <a:pPr marL="342900" indent="-342900" algn="r" rtl="1">
              <a:lnSpc>
                <a:spcPct val="150000"/>
              </a:lnSpc>
              <a:buFont typeface="Arial" panose="020B0604020202020204" pitchFamily="34" charset="0"/>
              <a:buChar char="•"/>
            </a:pPr>
            <a:r>
              <a:rPr lang="fa-IR" dirty="0">
                <a:solidFill>
                  <a:schemeClr val="bg1">
                    <a:lumMod val="95000"/>
                  </a:schemeClr>
                </a:solidFill>
                <a:latin typeface="Vazirmatn Medium" pitchFamily="2" charset="-78"/>
                <a:cs typeface="Vazirmatn Medium" pitchFamily="2" charset="-78"/>
              </a:rPr>
              <a:t>سرعت اولیه</a:t>
            </a:r>
          </a:p>
          <a:p>
            <a:pPr marL="342900" indent="-342900" algn="r" rtl="1">
              <a:lnSpc>
                <a:spcPct val="150000"/>
              </a:lnSpc>
              <a:buFont typeface="Arial" panose="020B0604020202020204" pitchFamily="34" charset="0"/>
              <a:buChar char="•"/>
            </a:pPr>
            <a:r>
              <a:rPr lang="fa-IR" dirty="0">
                <a:solidFill>
                  <a:schemeClr val="bg1">
                    <a:lumMod val="95000"/>
                  </a:schemeClr>
                </a:solidFill>
                <a:latin typeface="Vazirmatn Medium" pitchFamily="2" charset="-78"/>
                <a:cs typeface="Vazirmatn Medium" pitchFamily="2" charset="-78"/>
              </a:rPr>
              <a:t>زمان</a:t>
            </a:r>
          </a:p>
        </p:txBody>
      </p:sp>
      <p:sp>
        <p:nvSpPr>
          <p:cNvPr id="14" name="TextBox 13">
            <a:extLst>
              <a:ext uri="{FF2B5EF4-FFF2-40B4-BE49-F238E27FC236}">
                <a16:creationId xmlns:a16="http://schemas.microsoft.com/office/drawing/2014/main" id="{56F703B5-8F5D-4F43-947D-2FCC0C8E0F09}"/>
              </a:ext>
            </a:extLst>
          </p:cNvPr>
          <p:cNvSpPr txBox="1"/>
          <p:nvPr/>
        </p:nvSpPr>
        <p:spPr>
          <a:xfrm>
            <a:off x="9537134" y="-4509380"/>
            <a:ext cx="2441694" cy="646331"/>
          </a:xfrm>
          <a:prstGeom prst="rect">
            <a:avLst/>
          </a:prstGeom>
          <a:noFill/>
        </p:spPr>
        <p:txBody>
          <a:bodyPr wrap="none" rtlCol="1">
            <a:spAutoFit/>
          </a:bodyPr>
          <a:lstStyle/>
          <a:p>
            <a:r>
              <a:rPr lang="fa-IR" sz="3600" dirty="0">
                <a:solidFill>
                  <a:schemeClr val="bg1"/>
                </a:solidFill>
                <a:latin typeface="Vazirmatn Medium" pitchFamily="2" charset="-78"/>
                <a:cs typeface="Vazirmatn Medium" pitchFamily="2" charset="-78"/>
              </a:rPr>
              <a:t>مسئله ی کار</a:t>
            </a:r>
          </a:p>
        </p:txBody>
      </p:sp>
      <p:sp>
        <p:nvSpPr>
          <p:cNvPr id="16" name="TextBox 15">
            <a:extLst>
              <a:ext uri="{FF2B5EF4-FFF2-40B4-BE49-F238E27FC236}">
                <a16:creationId xmlns:a16="http://schemas.microsoft.com/office/drawing/2014/main" id="{CC425446-C55D-4AFB-AF29-3CF81DBEEC4F}"/>
              </a:ext>
            </a:extLst>
          </p:cNvPr>
          <p:cNvSpPr txBox="1"/>
          <p:nvPr/>
        </p:nvSpPr>
        <p:spPr>
          <a:xfrm>
            <a:off x="6591301" y="-3685102"/>
            <a:ext cx="5387528" cy="1200329"/>
          </a:xfrm>
          <a:prstGeom prst="rect">
            <a:avLst/>
          </a:prstGeom>
          <a:noFill/>
        </p:spPr>
        <p:txBody>
          <a:bodyPr wrap="square" rtlCol="1">
            <a:spAutoFit/>
          </a:bodyPr>
          <a:lstStyle/>
          <a:p>
            <a:pPr algn="just" rtl="1"/>
            <a:r>
              <a:rPr lang="fa-IR" dirty="0">
                <a:solidFill>
                  <a:schemeClr val="bg1">
                    <a:lumMod val="95000"/>
                  </a:schemeClr>
                </a:solidFill>
                <a:latin typeface="Vazirmatn Light" pitchFamily="2" charset="-78"/>
                <a:cs typeface="Vazirmatn Light" pitchFamily="2" charset="-78"/>
              </a:rPr>
              <a:t>در علم فیزیک، انجام کار نوعی انتقال انرژی است که با اعمال یک نیروی مشخصی به جسم و جابجا کردن آن انجام می‌شود. بنابراین فرمول کار در فیزیک از ضرب کردن نیروی وارد بر جسم در جابجایی آن به‌دست می‌آید</a:t>
            </a:r>
          </a:p>
        </p:txBody>
      </p:sp>
    </p:spTree>
    <p:extLst>
      <p:ext uri="{BB962C8B-B14F-4D97-AF65-F5344CB8AC3E}">
        <p14:creationId xmlns:p14="http://schemas.microsoft.com/office/powerpoint/2010/main" val="420431751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B73C9AC-13F7-8609-45D1-69E3E9B74AA6}"/>
              </a:ext>
            </a:extLst>
          </p:cNvPr>
          <p:cNvPicPr>
            <a:picLocks noChangeAspect="1"/>
          </p:cNvPicPr>
          <p:nvPr/>
        </p:nvPicPr>
        <p:blipFill rotWithShape="1">
          <a:blip r:embed="rId2">
            <a:extLst>
              <a:ext uri="{28A0092B-C50C-407E-A947-70E740481C1C}">
                <a14:useLocalDpi xmlns:a14="http://schemas.microsoft.com/office/drawing/2010/main" val="0"/>
              </a:ext>
            </a:extLst>
          </a:blip>
          <a:srcRect t="7802" b="7802"/>
          <a:stretch/>
        </p:blipFill>
        <p:spPr>
          <a:xfrm>
            <a:off x="0" y="0"/>
            <a:ext cx="12192000" cy="6858000"/>
          </a:xfrm>
          <a:prstGeom prst="rect">
            <a:avLst/>
          </a:prstGeom>
        </p:spPr>
      </p:pic>
      <p:pic>
        <p:nvPicPr>
          <p:cNvPr id="3" name="Picture 2">
            <a:extLst>
              <a:ext uri="{FF2B5EF4-FFF2-40B4-BE49-F238E27FC236}">
                <a16:creationId xmlns:a16="http://schemas.microsoft.com/office/drawing/2014/main" id="{124D0B5E-7088-4C43-BA64-129DC016FC8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5953" y="2109802"/>
            <a:ext cx="4628244" cy="2118235"/>
          </a:xfrm>
          <a:prstGeom prst="rect">
            <a:avLst/>
          </a:prstGeom>
        </p:spPr>
      </p:pic>
      <p:sp>
        <p:nvSpPr>
          <p:cNvPr id="32" name="TextBox 31">
            <a:extLst>
              <a:ext uri="{FF2B5EF4-FFF2-40B4-BE49-F238E27FC236}">
                <a16:creationId xmlns:a16="http://schemas.microsoft.com/office/drawing/2014/main" id="{8710D83E-91C6-42A5-A985-C86EC7F0B704}"/>
              </a:ext>
            </a:extLst>
          </p:cNvPr>
          <p:cNvSpPr txBox="1"/>
          <p:nvPr/>
        </p:nvSpPr>
        <p:spPr>
          <a:xfrm>
            <a:off x="9537134" y="1023914"/>
            <a:ext cx="2441694" cy="646331"/>
          </a:xfrm>
          <a:prstGeom prst="rect">
            <a:avLst/>
          </a:prstGeom>
          <a:noFill/>
        </p:spPr>
        <p:txBody>
          <a:bodyPr wrap="none" rtlCol="1">
            <a:spAutoFit/>
          </a:bodyPr>
          <a:lstStyle/>
          <a:p>
            <a:r>
              <a:rPr lang="fa-IR" sz="3600" dirty="0">
                <a:solidFill>
                  <a:schemeClr val="bg1"/>
                </a:solidFill>
                <a:latin typeface="Vazirmatn Medium" pitchFamily="2" charset="-78"/>
                <a:cs typeface="Vazirmatn Medium" pitchFamily="2" charset="-78"/>
              </a:rPr>
              <a:t>مسئله ی کار</a:t>
            </a:r>
          </a:p>
        </p:txBody>
      </p:sp>
      <p:sp>
        <p:nvSpPr>
          <p:cNvPr id="15" name="TextBox 14">
            <a:extLst>
              <a:ext uri="{FF2B5EF4-FFF2-40B4-BE49-F238E27FC236}">
                <a16:creationId xmlns:a16="http://schemas.microsoft.com/office/drawing/2014/main" id="{1C3EBA81-8414-4112-9454-1C247366C9AC}"/>
              </a:ext>
            </a:extLst>
          </p:cNvPr>
          <p:cNvSpPr txBox="1"/>
          <p:nvPr/>
        </p:nvSpPr>
        <p:spPr>
          <a:xfrm>
            <a:off x="15235643" y="1071264"/>
            <a:ext cx="4770858" cy="646331"/>
          </a:xfrm>
          <a:prstGeom prst="rect">
            <a:avLst/>
          </a:prstGeom>
          <a:noFill/>
        </p:spPr>
        <p:txBody>
          <a:bodyPr wrap="none" rtlCol="1">
            <a:spAutoFit/>
          </a:bodyPr>
          <a:lstStyle/>
          <a:p>
            <a:r>
              <a:rPr lang="fa-IR" sz="3600" dirty="0">
                <a:solidFill>
                  <a:schemeClr val="bg1"/>
                </a:solidFill>
                <a:latin typeface="Vazirmatn Medium" pitchFamily="2" charset="-78"/>
                <a:cs typeface="Vazirmatn Medium" pitchFamily="2" charset="-78"/>
              </a:rPr>
              <a:t>فرمول های آزمایش پرتابه</a:t>
            </a:r>
          </a:p>
        </p:txBody>
      </p:sp>
      <p:sp>
        <p:nvSpPr>
          <p:cNvPr id="17" name="TextBox 16">
            <a:extLst>
              <a:ext uri="{FF2B5EF4-FFF2-40B4-BE49-F238E27FC236}">
                <a16:creationId xmlns:a16="http://schemas.microsoft.com/office/drawing/2014/main" id="{DC37E9FC-D95D-4F79-BE96-266FCAF138A0}"/>
              </a:ext>
            </a:extLst>
          </p:cNvPr>
          <p:cNvSpPr txBox="1"/>
          <p:nvPr/>
        </p:nvSpPr>
        <p:spPr>
          <a:xfrm>
            <a:off x="16516913" y="2149413"/>
            <a:ext cx="2226840" cy="1631216"/>
          </a:xfrm>
          <a:prstGeom prst="rect">
            <a:avLst/>
          </a:prstGeom>
          <a:noFill/>
        </p:spPr>
        <p:txBody>
          <a:bodyPr wrap="square" rtlCol="1">
            <a:spAutoFit/>
          </a:bodyPr>
          <a:lstStyle/>
          <a:p>
            <a:pPr algn="just" rtl="1"/>
            <a:r>
              <a:rPr lang="en-US" sz="2000" b="0" i="1" dirty="0">
                <a:solidFill>
                  <a:srgbClr val="F9FAFB"/>
                </a:solidFill>
                <a:effectLst/>
                <a:latin typeface="Vazirmatn Light" pitchFamily="2" charset="-78"/>
                <a:cs typeface="Vazirmatn Light" pitchFamily="2" charset="-78"/>
              </a:rPr>
              <a:t>v</a:t>
            </a:r>
            <a:r>
              <a:rPr lang="en-US" sz="2000" b="0" i="0" dirty="0">
                <a:solidFill>
                  <a:srgbClr val="F9FAFB"/>
                </a:solidFill>
                <a:effectLst/>
                <a:latin typeface="Vazirmatn Light" pitchFamily="2" charset="-78"/>
                <a:cs typeface="Vazirmatn Light" pitchFamily="2" charset="-78"/>
              </a:rPr>
              <a:t>0</a:t>
            </a:r>
            <a:r>
              <a:rPr lang="en-US" sz="2000" b="0" i="1" dirty="0">
                <a:solidFill>
                  <a:srgbClr val="F9FAFB"/>
                </a:solidFill>
                <a:effectLst/>
                <a:latin typeface="Vazirmatn Light" pitchFamily="2" charset="-78"/>
                <a:cs typeface="Vazirmatn Light" pitchFamily="2" charset="-78"/>
              </a:rPr>
              <a:t>x</a:t>
            </a:r>
            <a:r>
              <a:rPr lang="en-US" sz="2000" b="0" i="0" dirty="0">
                <a:solidFill>
                  <a:srgbClr val="F9FAFB"/>
                </a:solidFill>
                <a:effectLst/>
                <a:latin typeface="Vazirmatn Light" pitchFamily="2" charset="-78"/>
                <a:cs typeface="Vazirmatn Light" pitchFamily="2" charset="-78"/>
              </a:rPr>
              <a:t>​=</a:t>
            </a:r>
            <a:r>
              <a:rPr lang="en-US" sz="2000" b="0" i="1" dirty="0">
                <a:solidFill>
                  <a:srgbClr val="F9FAFB"/>
                </a:solidFill>
                <a:effectLst/>
                <a:latin typeface="Vazirmatn Light" pitchFamily="2" charset="-78"/>
                <a:cs typeface="Vazirmatn Light" pitchFamily="2" charset="-78"/>
              </a:rPr>
              <a:t>v</a:t>
            </a:r>
            <a:r>
              <a:rPr lang="en-US" sz="2000" b="0" i="0" dirty="0">
                <a:solidFill>
                  <a:srgbClr val="F9FAFB"/>
                </a:solidFill>
                <a:effectLst/>
                <a:latin typeface="Vazirmatn Light" pitchFamily="2" charset="-78"/>
                <a:cs typeface="Vazirmatn Light" pitchFamily="2" charset="-78"/>
              </a:rPr>
              <a:t>0​cos</a:t>
            </a:r>
            <a:r>
              <a:rPr lang="el-GR" sz="2000" b="0" i="0" dirty="0">
                <a:solidFill>
                  <a:srgbClr val="E3E3E3"/>
                </a:solidFill>
                <a:effectLst/>
                <a:latin typeface="Courier New" panose="02070309020205020404" pitchFamily="49" charset="0"/>
                <a:cs typeface="Vazirmatn Light" pitchFamily="2" charset="-78"/>
              </a:rPr>
              <a:t>θ</a:t>
            </a:r>
            <a:endParaRPr lang="en-US" sz="2000" b="0" i="0" dirty="0">
              <a:solidFill>
                <a:srgbClr val="E3E3E3"/>
              </a:solidFill>
              <a:effectLst/>
              <a:latin typeface="Vazirmatn Light" pitchFamily="2" charset="-78"/>
              <a:cs typeface="Vazirmatn Light" pitchFamily="2" charset="-78"/>
            </a:endParaRPr>
          </a:p>
          <a:p>
            <a:pPr algn="just" rtl="1"/>
            <a:r>
              <a:rPr lang="en-US" sz="2000" b="0" dirty="0">
                <a:solidFill>
                  <a:srgbClr val="F9FAFB"/>
                </a:solidFill>
                <a:effectLst/>
                <a:latin typeface="Vazirmatn Light" pitchFamily="2" charset="-78"/>
                <a:cs typeface="Vazirmatn Light" pitchFamily="2" charset="-78"/>
              </a:rPr>
              <a:t>v0</a:t>
            </a:r>
            <a:r>
              <a:rPr lang="en-US" sz="2000" dirty="0">
                <a:solidFill>
                  <a:srgbClr val="F9FAFB"/>
                </a:solidFill>
                <a:latin typeface="Vazirmatn Light" pitchFamily="2" charset="-78"/>
                <a:cs typeface="Vazirmatn Light" pitchFamily="2" charset="-78"/>
              </a:rPr>
              <a:t>y</a:t>
            </a:r>
            <a:r>
              <a:rPr lang="en-US" sz="2000" b="0" dirty="0">
                <a:solidFill>
                  <a:srgbClr val="F9FAFB"/>
                </a:solidFill>
                <a:effectLst/>
                <a:latin typeface="Vazirmatn Light" pitchFamily="2" charset="-78"/>
                <a:cs typeface="Vazirmatn Light" pitchFamily="2" charset="-78"/>
              </a:rPr>
              <a:t>​=v0​sin</a:t>
            </a:r>
            <a:r>
              <a:rPr lang="el-GR" sz="2000" b="0" dirty="0">
                <a:solidFill>
                  <a:srgbClr val="E3E3E3"/>
                </a:solidFill>
                <a:effectLst/>
                <a:latin typeface="Courier New" panose="02070309020205020404" pitchFamily="49" charset="0"/>
                <a:cs typeface="Vazirmatn Light" pitchFamily="2" charset="-78"/>
              </a:rPr>
              <a:t>θ</a:t>
            </a:r>
            <a:endParaRPr lang="fa-IR" sz="2000" dirty="0">
              <a:solidFill>
                <a:schemeClr val="bg1">
                  <a:lumMod val="95000"/>
                </a:schemeClr>
              </a:solidFill>
              <a:latin typeface="Vazirmatn Light" pitchFamily="2" charset="-78"/>
              <a:cs typeface="Vazirmatn Light" pitchFamily="2" charset="-78"/>
            </a:endParaRPr>
          </a:p>
          <a:p>
            <a:pPr algn="just" rtl="1"/>
            <a:r>
              <a:rPr lang="en-US" sz="2000" b="0" i="1" dirty="0" err="1">
                <a:solidFill>
                  <a:srgbClr val="F9FAFB"/>
                </a:solidFill>
                <a:effectLst/>
                <a:latin typeface="Vazirmatn Light" pitchFamily="2" charset="-78"/>
                <a:cs typeface="Vazirmatn Light" pitchFamily="2" charset="-78"/>
              </a:rPr>
              <a:t>vx</a:t>
            </a:r>
            <a:r>
              <a:rPr lang="en-US" sz="2000" b="0" i="0" dirty="0">
                <a:solidFill>
                  <a:srgbClr val="F9FAFB"/>
                </a:solidFill>
                <a:effectLst/>
                <a:latin typeface="Vazirmatn Light" pitchFamily="2" charset="-78"/>
                <a:cs typeface="Vazirmatn Light" pitchFamily="2" charset="-78"/>
              </a:rPr>
              <a:t>​=</a:t>
            </a:r>
            <a:r>
              <a:rPr lang="en-US" sz="2000" b="0" i="1" dirty="0">
                <a:solidFill>
                  <a:srgbClr val="F9FAFB"/>
                </a:solidFill>
                <a:effectLst/>
                <a:latin typeface="Vazirmatn Light" pitchFamily="2" charset="-78"/>
                <a:cs typeface="Vazirmatn Light" pitchFamily="2" charset="-78"/>
              </a:rPr>
              <a:t>v</a:t>
            </a:r>
            <a:r>
              <a:rPr lang="en-US" sz="2000" b="0" i="0" dirty="0">
                <a:solidFill>
                  <a:srgbClr val="F9FAFB"/>
                </a:solidFill>
                <a:effectLst/>
                <a:latin typeface="Vazirmatn Light" pitchFamily="2" charset="-78"/>
                <a:cs typeface="Vazirmatn Light" pitchFamily="2" charset="-78"/>
              </a:rPr>
              <a:t>0</a:t>
            </a:r>
            <a:r>
              <a:rPr lang="en-US" sz="2000" b="0" i="1" dirty="0">
                <a:solidFill>
                  <a:srgbClr val="F9FAFB"/>
                </a:solidFill>
                <a:effectLst/>
                <a:latin typeface="Vazirmatn Light" pitchFamily="2" charset="-78"/>
                <a:cs typeface="Vazirmatn Light" pitchFamily="2" charset="-78"/>
              </a:rPr>
              <a:t>x</a:t>
            </a:r>
            <a:r>
              <a:rPr lang="en-US" sz="2000" b="0" i="0" dirty="0">
                <a:solidFill>
                  <a:srgbClr val="F9FAFB"/>
                </a:solidFill>
                <a:effectLst/>
                <a:latin typeface="Vazirmatn Light" pitchFamily="2" charset="-78"/>
                <a:cs typeface="Vazirmatn Light" pitchFamily="2" charset="-78"/>
              </a:rPr>
              <a:t>​=</a:t>
            </a:r>
            <a:r>
              <a:rPr lang="en-US" sz="2000" b="0" i="1" dirty="0">
                <a:solidFill>
                  <a:srgbClr val="F9FAFB"/>
                </a:solidFill>
                <a:effectLst/>
                <a:latin typeface="Vazirmatn Light" pitchFamily="2" charset="-78"/>
                <a:cs typeface="Vazirmatn Light" pitchFamily="2" charset="-78"/>
              </a:rPr>
              <a:t>v</a:t>
            </a:r>
            <a:r>
              <a:rPr lang="en-US" sz="2000" b="0" i="0" dirty="0">
                <a:solidFill>
                  <a:srgbClr val="F9FAFB"/>
                </a:solidFill>
                <a:effectLst/>
                <a:latin typeface="Vazirmatn Light" pitchFamily="2" charset="-78"/>
                <a:cs typeface="Vazirmatn Light" pitchFamily="2" charset="-78"/>
              </a:rPr>
              <a:t>0​cos</a:t>
            </a:r>
            <a:r>
              <a:rPr lang="el-GR" sz="2000" b="0" i="0" dirty="0">
                <a:solidFill>
                  <a:srgbClr val="E3E3E3"/>
                </a:solidFill>
                <a:effectLst/>
                <a:latin typeface="Courier New" panose="02070309020205020404" pitchFamily="49" charset="0"/>
                <a:cs typeface="Vazirmatn Light" pitchFamily="2" charset="-78"/>
              </a:rPr>
              <a:t>θ</a:t>
            </a:r>
            <a:endParaRPr lang="fa-IR" sz="2000" dirty="0">
              <a:solidFill>
                <a:schemeClr val="bg1">
                  <a:lumMod val="95000"/>
                </a:schemeClr>
              </a:solidFill>
              <a:latin typeface="Vazirmatn Light" pitchFamily="2" charset="-78"/>
              <a:cs typeface="Vazirmatn Light" pitchFamily="2" charset="-78"/>
            </a:endParaRPr>
          </a:p>
          <a:p>
            <a:pPr algn="just" rtl="1"/>
            <a:r>
              <a:rPr lang="en-US" sz="2000" b="0" dirty="0">
                <a:solidFill>
                  <a:srgbClr val="F9FAFB"/>
                </a:solidFill>
                <a:effectLst/>
                <a:latin typeface="Vazirmatn Light" pitchFamily="2" charset="-78"/>
                <a:cs typeface="Vazirmatn Light" pitchFamily="2" charset="-78"/>
              </a:rPr>
              <a:t>x=x0​+v0x​t</a:t>
            </a:r>
            <a:endParaRPr lang="fa-IR" sz="2000" b="0" dirty="0">
              <a:solidFill>
                <a:srgbClr val="F9FAFB"/>
              </a:solidFill>
              <a:effectLst/>
              <a:latin typeface="Vazirmatn Light" pitchFamily="2" charset="-78"/>
              <a:cs typeface="Vazirmatn Light" pitchFamily="2" charset="-78"/>
            </a:endParaRPr>
          </a:p>
          <a:p>
            <a:pPr algn="just" rtl="1"/>
            <a:endParaRPr lang="fa-IR" sz="2000" dirty="0">
              <a:solidFill>
                <a:schemeClr val="bg1">
                  <a:lumMod val="95000"/>
                </a:schemeClr>
              </a:solidFill>
              <a:latin typeface="Vazirmatn Light" pitchFamily="2" charset="-78"/>
              <a:cs typeface="Vazirmatn Light" pitchFamily="2" charset="-78"/>
            </a:endParaRPr>
          </a:p>
        </p:txBody>
      </p:sp>
      <mc:AlternateContent xmlns:mc="http://schemas.openxmlformats.org/markup-compatibility/2006">
        <mc:Choice xmlns:a14="http://schemas.microsoft.com/office/drawing/2010/main" Requires="a14">
          <p:sp>
            <p:nvSpPr>
              <p:cNvPr id="18" name="TextBox 17">
                <a:extLst>
                  <a:ext uri="{FF2B5EF4-FFF2-40B4-BE49-F238E27FC236}">
                    <a16:creationId xmlns:a16="http://schemas.microsoft.com/office/drawing/2014/main" id="{BEB59FCB-64EF-4858-AC70-F63E4EA39253}"/>
                  </a:ext>
                </a:extLst>
              </p:cNvPr>
              <p:cNvSpPr txBox="1"/>
              <p:nvPr/>
            </p:nvSpPr>
            <p:spPr>
              <a:xfrm>
                <a:off x="13770279" y="2160988"/>
                <a:ext cx="2746634" cy="1015663"/>
              </a:xfrm>
              <a:prstGeom prst="rect">
                <a:avLst/>
              </a:prstGeom>
              <a:noFill/>
            </p:spPr>
            <p:txBody>
              <a:bodyPr wrap="square" rtlCol="1">
                <a:spAutoFit/>
              </a:bodyPr>
              <a:lstStyle/>
              <a:p>
                <a:pPr rtl="1"/>
                <a:r>
                  <a:rPr lang="es-ES" sz="2000" b="0" dirty="0">
                    <a:solidFill>
                      <a:srgbClr val="F9FAFB"/>
                    </a:solidFill>
                    <a:effectLst/>
                    <a:latin typeface="Vazirmatn Light" pitchFamily="2" charset="-78"/>
                    <a:cs typeface="Vazirmatn Light" pitchFamily="2" charset="-78"/>
                  </a:rPr>
                  <a:t>vy​=v0y​−</a:t>
                </a:r>
                <a:r>
                  <a:rPr lang="es-ES" sz="2000" b="0" dirty="0" err="1">
                    <a:solidFill>
                      <a:srgbClr val="F9FAFB"/>
                    </a:solidFill>
                    <a:effectLst/>
                    <a:latin typeface="Vazirmatn Light" pitchFamily="2" charset="-78"/>
                    <a:cs typeface="Vazirmatn Light" pitchFamily="2" charset="-78"/>
                  </a:rPr>
                  <a:t>gt</a:t>
                </a:r>
                <a:r>
                  <a:rPr lang="es-ES" sz="2000" b="0" dirty="0">
                    <a:solidFill>
                      <a:srgbClr val="F9FAFB"/>
                    </a:solidFill>
                    <a:effectLst/>
                    <a:latin typeface="Vazirmatn Light" pitchFamily="2" charset="-78"/>
                    <a:cs typeface="Vazirmatn Light" pitchFamily="2" charset="-78"/>
                  </a:rPr>
                  <a:t>=v0​sin</a:t>
                </a:r>
                <a:r>
                  <a:rPr lang="el-GR" sz="2000" b="0" dirty="0">
                    <a:solidFill>
                      <a:srgbClr val="E3E3E3"/>
                    </a:solidFill>
                    <a:effectLst/>
                    <a:latin typeface="Courier New" panose="02070309020205020404" pitchFamily="49" charset="0"/>
                    <a:cs typeface="Vazirmatn Light" pitchFamily="2" charset="-78"/>
                  </a:rPr>
                  <a:t>θ</a:t>
                </a:r>
                <a:r>
                  <a:rPr lang="es-ES" sz="2000" b="0" dirty="0">
                    <a:solidFill>
                      <a:srgbClr val="F9FAFB"/>
                    </a:solidFill>
                    <a:effectLst/>
                    <a:latin typeface="Vazirmatn Light" pitchFamily="2" charset="-78"/>
                    <a:cs typeface="Vazirmatn Light" pitchFamily="2" charset="-78"/>
                  </a:rPr>
                  <a:t>−</a:t>
                </a:r>
                <a:r>
                  <a:rPr lang="es-ES" sz="2000" b="0" dirty="0" err="1">
                    <a:solidFill>
                      <a:srgbClr val="F9FAFB"/>
                    </a:solidFill>
                    <a:effectLst/>
                    <a:latin typeface="Vazirmatn Light" pitchFamily="2" charset="-78"/>
                    <a:cs typeface="Vazirmatn Light" pitchFamily="2" charset="-78"/>
                  </a:rPr>
                  <a:t>gt</a:t>
                </a:r>
                <a:br>
                  <a:rPr lang="es-ES" sz="2000" b="0" dirty="0">
                    <a:solidFill>
                      <a:srgbClr val="F9FAFB"/>
                    </a:solidFill>
                    <a:effectLst/>
                    <a:latin typeface="Vazirmatn Light" pitchFamily="2" charset="-78"/>
                    <a:cs typeface="Vazirmatn Light" pitchFamily="2" charset="-78"/>
                  </a:rPr>
                </a:br>
                <a:r>
                  <a:rPr lang="es-ES" sz="2000" b="0" dirty="0">
                    <a:solidFill>
                      <a:srgbClr val="F9FAFB"/>
                    </a:solidFill>
                    <a:effectLst/>
                    <a:latin typeface="Vazirmatn Light" pitchFamily="2" charset="-78"/>
                    <a:cs typeface="Vazirmatn Light" pitchFamily="2" charset="-78"/>
                  </a:rPr>
                  <a:t>y=y0+v0y×t−12g</a:t>
                </a:r>
                <a14:m>
                  <m:oMath xmlns:m="http://schemas.openxmlformats.org/officeDocument/2006/math">
                    <m:sSup>
                      <m:sSupPr>
                        <m:ctrlPr>
                          <a:rPr lang="es-ES" sz="2000" b="0" i="1" smtClean="0">
                            <a:solidFill>
                              <a:srgbClr val="F9FAFB"/>
                            </a:solidFill>
                            <a:effectLst/>
                            <a:latin typeface="Cambria Math" panose="02040503050406030204" pitchFamily="18" charset="0"/>
                          </a:rPr>
                        </m:ctrlPr>
                      </m:sSupPr>
                      <m:e>
                        <m:r>
                          <a:rPr lang="en-US" sz="2000" b="0" i="1" smtClean="0">
                            <a:solidFill>
                              <a:srgbClr val="F9FAFB"/>
                            </a:solidFill>
                            <a:effectLst/>
                            <a:latin typeface="Cambria Math" panose="02040503050406030204" pitchFamily="18" charset="0"/>
                          </a:rPr>
                          <m:t>𝑡</m:t>
                        </m:r>
                      </m:e>
                      <m:sup>
                        <m:r>
                          <a:rPr lang="es-ES" sz="2000" b="0" i="1" smtClean="0">
                            <a:solidFill>
                              <a:srgbClr val="F9FAFB"/>
                            </a:solidFill>
                            <a:effectLst/>
                            <a:latin typeface="Cambria Math" panose="02040503050406030204" pitchFamily="18" charset="0"/>
                          </a:rPr>
                          <m:t>2</m:t>
                        </m:r>
                      </m:sup>
                    </m:sSup>
                  </m:oMath>
                </a14:m>
                <a:br>
                  <a:rPr lang="es-ES" sz="2000" dirty="0">
                    <a:latin typeface="Vazirmatn Light" pitchFamily="2" charset="-78"/>
                    <a:cs typeface="Vazirmatn Light" pitchFamily="2" charset="-78"/>
                  </a:rPr>
                </a:br>
                <a:endParaRPr lang="fa-IR" sz="2000" dirty="0">
                  <a:solidFill>
                    <a:schemeClr val="bg1">
                      <a:lumMod val="95000"/>
                    </a:schemeClr>
                  </a:solidFill>
                  <a:latin typeface="Vazirmatn Light" pitchFamily="2" charset="-78"/>
                  <a:cs typeface="Vazirmatn Light" pitchFamily="2" charset="-78"/>
                </a:endParaRPr>
              </a:p>
            </p:txBody>
          </p:sp>
        </mc:Choice>
        <mc:Fallback>
          <p:sp>
            <p:nvSpPr>
              <p:cNvPr id="18" name="TextBox 17">
                <a:extLst>
                  <a:ext uri="{FF2B5EF4-FFF2-40B4-BE49-F238E27FC236}">
                    <a16:creationId xmlns:a16="http://schemas.microsoft.com/office/drawing/2014/main" id="{BEB59FCB-64EF-4858-AC70-F63E4EA39253}"/>
                  </a:ext>
                </a:extLst>
              </p:cNvPr>
              <p:cNvSpPr txBox="1">
                <a:spLocks noRot="1" noChangeAspect="1" noMove="1" noResize="1" noEditPoints="1" noAdjustHandles="1" noChangeArrowheads="1" noChangeShapeType="1" noTextEdit="1"/>
              </p:cNvSpPr>
              <p:nvPr/>
            </p:nvSpPr>
            <p:spPr>
              <a:xfrm>
                <a:off x="13770279" y="2160988"/>
                <a:ext cx="2746634" cy="1015663"/>
              </a:xfrm>
              <a:prstGeom prst="rect">
                <a:avLst/>
              </a:prstGeom>
              <a:blipFill>
                <a:blip r:embed="rId4"/>
                <a:stretch>
                  <a:fillRect l="-4889" t="-4192" b="-9581"/>
                </a:stretch>
              </a:blipFill>
            </p:spPr>
            <p:txBody>
              <a:bodyPr/>
              <a:lstStyle/>
              <a:p>
                <a:r>
                  <a:rPr lang="fa-IR">
                    <a:noFill/>
                  </a:rPr>
                  <a:t> </a:t>
                </a:r>
              </a:p>
            </p:txBody>
          </p:sp>
        </mc:Fallback>
      </mc:AlternateContent>
      <p:sp>
        <p:nvSpPr>
          <p:cNvPr id="19" name="TextBox 18">
            <a:extLst>
              <a:ext uri="{FF2B5EF4-FFF2-40B4-BE49-F238E27FC236}">
                <a16:creationId xmlns:a16="http://schemas.microsoft.com/office/drawing/2014/main" id="{22C7AEE7-CA14-44BA-B19B-2A6F8B175452}"/>
              </a:ext>
            </a:extLst>
          </p:cNvPr>
          <p:cNvSpPr txBox="1"/>
          <p:nvPr/>
        </p:nvSpPr>
        <p:spPr>
          <a:xfrm>
            <a:off x="6591301" y="1848192"/>
            <a:ext cx="5387528" cy="1200329"/>
          </a:xfrm>
          <a:prstGeom prst="rect">
            <a:avLst/>
          </a:prstGeom>
          <a:noFill/>
        </p:spPr>
        <p:txBody>
          <a:bodyPr wrap="square" rtlCol="1">
            <a:spAutoFit/>
          </a:bodyPr>
          <a:lstStyle/>
          <a:p>
            <a:pPr algn="just" rtl="1"/>
            <a:r>
              <a:rPr lang="fa-IR" dirty="0">
                <a:solidFill>
                  <a:schemeClr val="bg1">
                    <a:lumMod val="95000"/>
                  </a:schemeClr>
                </a:solidFill>
                <a:latin typeface="Vazirmatn Light" pitchFamily="2" charset="-78"/>
                <a:cs typeface="Vazirmatn Light" pitchFamily="2" charset="-78"/>
              </a:rPr>
              <a:t>در علم فیزیک، انجام کار نوعی انتقال انرژی است که با اعمال یک نیروی مشخصی به جسم و جابجا کردن آن انجام می‌شود. بنابراین فرمول کار در فیزیک از ضرب کردن نیروی وارد بر جسم در جابجایی آن به‌دست می‌آید</a:t>
            </a:r>
          </a:p>
        </p:txBody>
      </p:sp>
      <p:sp>
        <p:nvSpPr>
          <p:cNvPr id="10" name="TextBox 9">
            <a:extLst>
              <a:ext uri="{FF2B5EF4-FFF2-40B4-BE49-F238E27FC236}">
                <a16:creationId xmlns:a16="http://schemas.microsoft.com/office/drawing/2014/main" id="{83E49A0F-8A80-4F92-9206-CC631DA7B206}"/>
              </a:ext>
            </a:extLst>
          </p:cNvPr>
          <p:cNvSpPr txBox="1"/>
          <p:nvPr/>
        </p:nvSpPr>
        <p:spPr>
          <a:xfrm>
            <a:off x="-4251474" y="1071263"/>
            <a:ext cx="3493264" cy="646331"/>
          </a:xfrm>
          <a:prstGeom prst="rect">
            <a:avLst/>
          </a:prstGeom>
          <a:noFill/>
        </p:spPr>
        <p:txBody>
          <a:bodyPr wrap="none" rtlCol="1">
            <a:spAutoFit/>
          </a:bodyPr>
          <a:lstStyle/>
          <a:p>
            <a:r>
              <a:rPr lang="fa-IR" sz="3600" dirty="0">
                <a:solidFill>
                  <a:schemeClr val="bg1"/>
                </a:solidFill>
                <a:latin typeface="Vazirmatn Medium" pitchFamily="2" charset="-78"/>
                <a:cs typeface="Vazirmatn Medium" pitchFamily="2" charset="-78"/>
              </a:rPr>
              <a:t>آزمایش سقوط آزاد</a:t>
            </a:r>
          </a:p>
        </p:txBody>
      </p:sp>
      <p:sp>
        <p:nvSpPr>
          <p:cNvPr id="11" name="TextBox 10">
            <a:extLst>
              <a:ext uri="{FF2B5EF4-FFF2-40B4-BE49-F238E27FC236}">
                <a16:creationId xmlns:a16="http://schemas.microsoft.com/office/drawing/2014/main" id="{2F93675C-F388-4FCE-9FEE-D278B5C59F4E}"/>
              </a:ext>
            </a:extLst>
          </p:cNvPr>
          <p:cNvSpPr txBox="1"/>
          <p:nvPr/>
        </p:nvSpPr>
        <p:spPr>
          <a:xfrm>
            <a:off x="-6542317" y="1772126"/>
            <a:ext cx="5806440" cy="1631216"/>
          </a:xfrm>
          <a:prstGeom prst="rect">
            <a:avLst/>
          </a:prstGeom>
          <a:noFill/>
        </p:spPr>
        <p:txBody>
          <a:bodyPr wrap="square" rtlCol="1">
            <a:spAutoFit/>
          </a:bodyPr>
          <a:lstStyle/>
          <a:p>
            <a:pPr algn="just" rtl="1"/>
            <a:r>
              <a:rPr lang="fa-IR" sz="2000" dirty="0">
                <a:solidFill>
                  <a:schemeClr val="bg1">
                    <a:lumMod val="95000"/>
                  </a:schemeClr>
                </a:solidFill>
                <a:latin typeface="Vazirmatn Light" pitchFamily="2" charset="-78"/>
                <a:cs typeface="Vazirmatn Light" pitchFamily="2" charset="-78"/>
              </a:rPr>
              <a:t> به سقوطی که مقاومت (اصطکاک) هوا در آن‌ها وجود ندارد. به این حالت (بدون مقاومت هوا)، حرکت سقوط آزاد گفته می‌شود. در این حالت نیرو گرانشی باعث می‌شود که اجسام به سمت مرکز زمین با شتاب ثابت گرانشی سقوط کنند.</a:t>
            </a:r>
          </a:p>
        </p:txBody>
      </p:sp>
      <p:sp>
        <p:nvSpPr>
          <p:cNvPr id="14" name="TextBox 13">
            <a:extLst>
              <a:ext uri="{FF2B5EF4-FFF2-40B4-BE49-F238E27FC236}">
                <a16:creationId xmlns:a16="http://schemas.microsoft.com/office/drawing/2014/main" id="{53963002-1CAE-4256-BEE2-0F62A08084F7}"/>
              </a:ext>
            </a:extLst>
          </p:cNvPr>
          <p:cNvSpPr txBox="1"/>
          <p:nvPr/>
        </p:nvSpPr>
        <p:spPr>
          <a:xfrm>
            <a:off x="6388785" y="-7275575"/>
            <a:ext cx="5626861" cy="646331"/>
          </a:xfrm>
          <a:prstGeom prst="rect">
            <a:avLst/>
          </a:prstGeom>
          <a:noFill/>
        </p:spPr>
        <p:txBody>
          <a:bodyPr wrap="none" rtlCol="1">
            <a:spAutoFit/>
          </a:bodyPr>
          <a:lstStyle/>
          <a:p>
            <a:r>
              <a:rPr lang="fa-IR" sz="3600" dirty="0">
                <a:solidFill>
                  <a:schemeClr val="bg1"/>
                </a:solidFill>
                <a:latin typeface="Vazirmatn Medium" pitchFamily="2" charset="-78"/>
                <a:cs typeface="Vazirmatn Medium" pitchFamily="2" charset="-78"/>
              </a:rPr>
              <a:t>فرمول های آزمایش سقوط آزاد</a:t>
            </a:r>
          </a:p>
        </p:txBody>
      </p:sp>
      <mc:AlternateContent xmlns:mc="http://schemas.openxmlformats.org/markup-compatibility/2006">
        <mc:Choice xmlns:a14="http://schemas.microsoft.com/office/drawing/2010/main" Requires="a14">
          <p:sp>
            <p:nvSpPr>
              <p:cNvPr id="16" name="TextBox 15">
                <a:extLst>
                  <a:ext uri="{FF2B5EF4-FFF2-40B4-BE49-F238E27FC236}">
                    <a16:creationId xmlns:a16="http://schemas.microsoft.com/office/drawing/2014/main" id="{AE5365D5-7376-450B-9E6F-6AE4192A3286}"/>
                  </a:ext>
                </a:extLst>
              </p:cNvPr>
              <p:cNvSpPr txBox="1"/>
              <p:nvPr/>
            </p:nvSpPr>
            <p:spPr>
              <a:xfrm>
                <a:off x="9325643" y="-6498646"/>
                <a:ext cx="2653185" cy="523220"/>
              </a:xfrm>
              <a:prstGeom prst="rect">
                <a:avLst/>
              </a:prstGeom>
              <a:noFill/>
            </p:spPr>
            <p:txBody>
              <a:bodyPr wrap="square" rtlCol="1">
                <a:spAutoFit/>
              </a:bodyPr>
              <a:lstStyle/>
              <a:p>
                <a:pPr algn="just" rtl="1"/>
                <a:r>
                  <a:rPr lang="en-US" sz="2800" dirty="0">
                    <a:solidFill>
                      <a:schemeClr val="bg1">
                        <a:lumMod val="95000"/>
                      </a:schemeClr>
                    </a:solidFill>
                    <a:latin typeface="Vazirmatn Light" pitchFamily="2" charset="-78"/>
                    <a:cs typeface="Vazirmatn Light" pitchFamily="2" charset="-78"/>
                  </a:rPr>
                  <a:t>Y=-1/2g</a:t>
                </a:r>
                <a14:m>
                  <m:oMath xmlns:m="http://schemas.openxmlformats.org/officeDocument/2006/math">
                    <m:sSup>
                      <m:sSupPr>
                        <m:ctrlPr>
                          <a:rPr lang="en-US" sz="2800" i="1" smtClean="0">
                            <a:solidFill>
                              <a:schemeClr val="bg1">
                                <a:lumMod val="95000"/>
                              </a:schemeClr>
                            </a:solidFill>
                            <a:latin typeface="Cambria Math" panose="02040503050406030204" pitchFamily="18" charset="0"/>
                            <a:cs typeface="Vazirmatn Light" pitchFamily="2" charset="-78"/>
                          </a:rPr>
                        </m:ctrlPr>
                      </m:sSupPr>
                      <m:e>
                        <m:r>
                          <a:rPr lang="en-US" sz="2800" b="0" i="1" smtClean="0">
                            <a:solidFill>
                              <a:schemeClr val="bg1">
                                <a:lumMod val="95000"/>
                              </a:schemeClr>
                            </a:solidFill>
                            <a:latin typeface="Cambria Math" panose="02040503050406030204" pitchFamily="18" charset="0"/>
                            <a:cs typeface="Vazirmatn Light" pitchFamily="2" charset="-78"/>
                          </a:rPr>
                          <m:t>𝑡</m:t>
                        </m:r>
                      </m:e>
                      <m:sup>
                        <m:r>
                          <a:rPr lang="en-US" sz="2800" i="1" smtClean="0">
                            <a:solidFill>
                              <a:schemeClr val="bg1">
                                <a:lumMod val="95000"/>
                              </a:schemeClr>
                            </a:solidFill>
                            <a:latin typeface="Cambria Math" panose="02040503050406030204" pitchFamily="18" charset="0"/>
                            <a:cs typeface="Vazirmatn Light" pitchFamily="2" charset="-78"/>
                          </a:rPr>
                          <m:t>2</m:t>
                        </m:r>
                      </m:sup>
                    </m:sSup>
                  </m:oMath>
                </a14:m>
                <a:r>
                  <a:rPr lang="en-US" sz="2800" dirty="0">
                    <a:solidFill>
                      <a:schemeClr val="bg1">
                        <a:lumMod val="95000"/>
                      </a:schemeClr>
                    </a:solidFill>
                    <a:latin typeface="Vazirmatn Light" pitchFamily="2" charset="-78"/>
                    <a:cs typeface="Vazirmatn Light" pitchFamily="2" charset="-78"/>
                  </a:rPr>
                  <a:t>+v0t</a:t>
                </a:r>
                <a:endParaRPr lang="fa-IR" sz="2800" dirty="0">
                  <a:solidFill>
                    <a:schemeClr val="bg1">
                      <a:lumMod val="95000"/>
                    </a:schemeClr>
                  </a:solidFill>
                  <a:latin typeface="Vazirmatn Light" pitchFamily="2" charset="-78"/>
                  <a:cs typeface="Vazirmatn Light" pitchFamily="2" charset="-78"/>
                </a:endParaRPr>
              </a:p>
            </p:txBody>
          </p:sp>
        </mc:Choice>
        <mc:Fallback>
          <p:sp>
            <p:nvSpPr>
              <p:cNvPr id="16" name="TextBox 15">
                <a:extLst>
                  <a:ext uri="{FF2B5EF4-FFF2-40B4-BE49-F238E27FC236}">
                    <a16:creationId xmlns:a16="http://schemas.microsoft.com/office/drawing/2014/main" id="{AE5365D5-7376-450B-9E6F-6AE4192A3286}"/>
                  </a:ext>
                </a:extLst>
              </p:cNvPr>
              <p:cNvSpPr txBox="1">
                <a:spLocks noRot="1" noChangeAspect="1" noMove="1" noResize="1" noEditPoints="1" noAdjustHandles="1" noChangeArrowheads="1" noChangeShapeType="1" noTextEdit="1"/>
              </p:cNvSpPr>
              <p:nvPr/>
            </p:nvSpPr>
            <p:spPr>
              <a:xfrm>
                <a:off x="9325643" y="-6498646"/>
                <a:ext cx="2653185" cy="523220"/>
              </a:xfrm>
              <a:prstGeom prst="rect">
                <a:avLst/>
              </a:prstGeom>
              <a:blipFill>
                <a:blip r:embed="rId5"/>
                <a:stretch>
                  <a:fillRect l="-1609" t="-9302" r="-4828" b="-34884"/>
                </a:stretch>
              </a:blipFill>
            </p:spPr>
            <p:txBody>
              <a:bodyPr/>
              <a:lstStyle/>
              <a:p>
                <a:r>
                  <a:rPr lang="fa-IR">
                    <a:noFill/>
                  </a:rPr>
                  <a:t> </a:t>
                </a:r>
              </a:p>
            </p:txBody>
          </p:sp>
        </mc:Fallback>
      </mc:AlternateContent>
      <mc:AlternateContent xmlns:mc="http://schemas.openxmlformats.org/markup-compatibility/2006">
        <mc:Choice xmlns:a14="http://schemas.microsoft.com/office/drawing/2010/main" Requires="a14">
          <p:sp>
            <p:nvSpPr>
              <p:cNvPr id="20" name="TextBox 19">
                <a:extLst>
                  <a:ext uri="{FF2B5EF4-FFF2-40B4-BE49-F238E27FC236}">
                    <a16:creationId xmlns:a16="http://schemas.microsoft.com/office/drawing/2014/main" id="{948C898C-7AD4-4042-8CFE-36737733374C}"/>
                  </a:ext>
                </a:extLst>
              </p:cNvPr>
              <p:cNvSpPr txBox="1"/>
              <p:nvPr/>
            </p:nvSpPr>
            <p:spPr>
              <a:xfrm>
                <a:off x="10041213" y="-5939629"/>
                <a:ext cx="1937615" cy="523220"/>
              </a:xfrm>
              <a:prstGeom prst="rect">
                <a:avLst/>
              </a:prstGeom>
              <a:noFill/>
            </p:spPr>
            <p:txBody>
              <a:bodyPr wrap="square" rtlCol="1">
                <a:spAutoFit/>
              </a:bodyPr>
              <a:lstStyle/>
              <a:p>
                <a:pPr algn="just" rtl="1"/>
                <a:r>
                  <a:rPr lang="en-US" sz="2800" dirty="0">
                    <a:solidFill>
                      <a:schemeClr val="bg1">
                        <a:lumMod val="95000"/>
                      </a:schemeClr>
                    </a:solidFill>
                    <a:latin typeface="Vazirmatn Light" pitchFamily="2" charset="-78"/>
                    <a:cs typeface="Vazirmatn Light" pitchFamily="2" charset="-78"/>
                  </a:rPr>
                  <a:t>v=-g</a:t>
                </a:r>
                <a14:m>
                  <m:oMath xmlns:m="http://schemas.openxmlformats.org/officeDocument/2006/math">
                    <m:sSup>
                      <m:sSupPr>
                        <m:ctrlPr>
                          <a:rPr lang="en-US" sz="2800" i="1" smtClean="0">
                            <a:solidFill>
                              <a:schemeClr val="bg1">
                                <a:lumMod val="95000"/>
                              </a:schemeClr>
                            </a:solidFill>
                            <a:latin typeface="Cambria Math" panose="02040503050406030204" pitchFamily="18" charset="0"/>
                            <a:cs typeface="Vazirmatn Light" pitchFamily="2" charset="-78"/>
                          </a:rPr>
                        </m:ctrlPr>
                      </m:sSupPr>
                      <m:e>
                        <m:r>
                          <a:rPr lang="en-US" sz="2800" b="0" i="1" smtClean="0">
                            <a:solidFill>
                              <a:schemeClr val="bg1">
                                <a:lumMod val="95000"/>
                              </a:schemeClr>
                            </a:solidFill>
                            <a:latin typeface="Cambria Math" panose="02040503050406030204" pitchFamily="18" charset="0"/>
                            <a:cs typeface="Vazirmatn Light" pitchFamily="2" charset="-78"/>
                          </a:rPr>
                          <m:t>𝑡</m:t>
                        </m:r>
                      </m:e>
                      <m:sup>
                        <m:r>
                          <a:rPr lang="en-US" sz="2800" i="1" smtClean="0">
                            <a:solidFill>
                              <a:schemeClr val="bg1">
                                <a:lumMod val="95000"/>
                              </a:schemeClr>
                            </a:solidFill>
                            <a:latin typeface="Cambria Math" panose="02040503050406030204" pitchFamily="18" charset="0"/>
                            <a:cs typeface="Vazirmatn Light" pitchFamily="2" charset="-78"/>
                          </a:rPr>
                          <m:t>2</m:t>
                        </m:r>
                      </m:sup>
                    </m:sSup>
                  </m:oMath>
                </a14:m>
                <a:r>
                  <a:rPr lang="en-US" sz="2800" dirty="0">
                    <a:solidFill>
                      <a:schemeClr val="bg1">
                        <a:lumMod val="95000"/>
                      </a:schemeClr>
                    </a:solidFill>
                    <a:latin typeface="Vazirmatn Light" pitchFamily="2" charset="-78"/>
                    <a:cs typeface="Vazirmatn Light" pitchFamily="2" charset="-78"/>
                  </a:rPr>
                  <a:t>+v0</a:t>
                </a:r>
                <a:endParaRPr lang="fa-IR" sz="2800" dirty="0">
                  <a:solidFill>
                    <a:schemeClr val="bg1">
                      <a:lumMod val="95000"/>
                    </a:schemeClr>
                  </a:solidFill>
                  <a:latin typeface="Vazirmatn Light" pitchFamily="2" charset="-78"/>
                  <a:cs typeface="Vazirmatn Light" pitchFamily="2" charset="-78"/>
                </a:endParaRPr>
              </a:p>
            </p:txBody>
          </p:sp>
        </mc:Choice>
        <mc:Fallback>
          <p:sp>
            <p:nvSpPr>
              <p:cNvPr id="20" name="TextBox 19">
                <a:extLst>
                  <a:ext uri="{FF2B5EF4-FFF2-40B4-BE49-F238E27FC236}">
                    <a16:creationId xmlns:a16="http://schemas.microsoft.com/office/drawing/2014/main" id="{948C898C-7AD4-4042-8CFE-36737733374C}"/>
                  </a:ext>
                </a:extLst>
              </p:cNvPr>
              <p:cNvSpPr txBox="1">
                <a:spLocks noRot="1" noChangeAspect="1" noMove="1" noResize="1" noEditPoints="1" noAdjustHandles="1" noChangeArrowheads="1" noChangeShapeType="1" noTextEdit="1"/>
              </p:cNvSpPr>
              <p:nvPr/>
            </p:nvSpPr>
            <p:spPr>
              <a:xfrm>
                <a:off x="10041213" y="-5939629"/>
                <a:ext cx="1937615" cy="523220"/>
              </a:xfrm>
              <a:prstGeom prst="rect">
                <a:avLst/>
              </a:prstGeom>
              <a:blipFill>
                <a:blip r:embed="rId6"/>
                <a:stretch>
                  <a:fillRect l="-3145" t="-9412" r="-6918" b="-36471"/>
                </a:stretch>
              </a:blipFill>
            </p:spPr>
            <p:txBody>
              <a:bodyPr/>
              <a:lstStyle/>
              <a:p>
                <a:r>
                  <a:rPr lang="fa-IR">
                    <a:noFill/>
                  </a:rPr>
                  <a:t> </a:t>
                </a:r>
              </a:p>
            </p:txBody>
          </p:sp>
        </mc:Fallback>
      </mc:AlternateContent>
      <p:sp>
        <p:nvSpPr>
          <p:cNvPr id="21" name="TextBox 20">
            <a:extLst>
              <a:ext uri="{FF2B5EF4-FFF2-40B4-BE49-F238E27FC236}">
                <a16:creationId xmlns:a16="http://schemas.microsoft.com/office/drawing/2014/main" id="{E48DFEAC-3E8A-4EE8-9606-09353B40F17D}"/>
              </a:ext>
            </a:extLst>
          </p:cNvPr>
          <p:cNvSpPr txBox="1"/>
          <p:nvPr/>
        </p:nvSpPr>
        <p:spPr>
          <a:xfrm>
            <a:off x="8234969" y="-4501498"/>
            <a:ext cx="3754554" cy="461665"/>
          </a:xfrm>
          <a:prstGeom prst="rect">
            <a:avLst/>
          </a:prstGeom>
          <a:noFill/>
        </p:spPr>
        <p:txBody>
          <a:bodyPr wrap="none" rtlCol="1">
            <a:spAutoFit/>
          </a:bodyPr>
          <a:lstStyle/>
          <a:p>
            <a:r>
              <a:rPr lang="fa-IR" sz="2400" dirty="0">
                <a:solidFill>
                  <a:schemeClr val="bg1"/>
                </a:solidFill>
                <a:latin typeface="Vazirmatn Medium" pitchFamily="2" charset="-78"/>
                <a:cs typeface="Vazirmatn Medium" pitchFamily="2" charset="-78"/>
              </a:rPr>
              <a:t>چیز هایی که از کاربر میگیریم:</a:t>
            </a:r>
          </a:p>
        </p:txBody>
      </p:sp>
      <p:sp>
        <p:nvSpPr>
          <p:cNvPr id="22" name="TextBox 21">
            <a:extLst>
              <a:ext uri="{FF2B5EF4-FFF2-40B4-BE49-F238E27FC236}">
                <a16:creationId xmlns:a16="http://schemas.microsoft.com/office/drawing/2014/main" id="{B7C1D077-1B0B-4BE5-8401-1DA92EEDD218}"/>
              </a:ext>
            </a:extLst>
          </p:cNvPr>
          <p:cNvSpPr txBox="1"/>
          <p:nvPr/>
        </p:nvSpPr>
        <p:spPr>
          <a:xfrm>
            <a:off x="9940397" y="-4039833"/>
            <a:ext cx="2026793" cy="1304203"/>
          </a:xfrm>
          <a:prstGeom prst="rect">
            <a:avLst/>
          </a:prstGeom>
          <a:noFill/>
        </p:spPr>
        <p:txBody>
          <a:bodyPr wrap="square" rtlCol="1">
            <a:spAutoFit/>
          </a:bodyPr>
          <a:lstStyle/>
          <a:p>
            <a:pPr marL="342900" indent="-342900" algn="r" rtl="1">
              <a:lnSpc>
                <a:spcPct val="150000"/>
              </a:lnSpc>
              <a:buFont typeface="Arial" panose="020B0604020202020204" pitchFamily="34" charset="0"/>
              <a:buChar char="•"/>
            </a:pPr>
            <a:r>
              <a:rPr lang="fa-IR" dirty="0">
                <a:solidFill>
                  <a:schemeClr val="bg1">
                    <a:lumMod val="95000"/>
                  </a:schemeClr>
                </a:solidFill>
                <a:latin typeface="Vazirmatn Medium" pitchFamily="2" charset="-78"/>
                <a:cs typeface="Vazirmatn Medium" pitchFamily="2" charset="-78"/>
              </a:rPr>
              <a:t>ارتفاع اولیه</a:t>
            </a:r>
          </a:p>
          <a:p>
            <a:pPr marL="342900" indent="-342900" algn="r" rtl="1">
              <a:lnSpc>
                <a:spcPct val="150000"/>
              </a:lnSpc>
              <a:buFont typeface="Arial" panose="020B0604020202020204" pitchFamily="34" charset="0"/>
              <a:buChar char="•"/>
            </a:pPr>
            <a:r>
              <a:rPr lang="fa-IR" dirty="0">
                <a:solidFill>
                  <a:schemeClr val="bg1">
                    <a:lumMod val="95000"/>
                  </a:schemeClr>
                </a:solidFill>
                <a:latin typeface="Vazirmatn Medium" pitchFamily="2" charset="-78"/>
                <a:cs typeface="Vazirmatn Medium" pitchFamily="2" charset="-78"/>
              </a:rPr>
              <a:t>سرعت اولیه</a:t>
            </a:r>
          </a:p>
          <a:p>
            <a:pPr marL="342900" indent="-342900" algn="r" rtl="1">
              <a:lnSpc>
                <a:spcPct val="150000"/>
              </a:lnSpc>
              <a:buFont typeface="Arial" panose="020B0604020202020204" pitchFamily="34" charset="0"/>
              <a:buChar char="•"/>
            </a:pPr>
            <a:r>
              <a:rPr lang="fa-IR" dirty="0">
                <a:solidFill>
                  <a:schemeClr val="bg1">
                    <a:lumMod val="95000"/>
                  </a:schemeClr>
                </a:solidFill>
                <a:latin typeface="Vazirmatn Medium" pitchFamily="2" charset="-78"/>
                <a:cs typeface="Vazirmatn Medium" pitchFamily="2" charset="-78"/>
              </a:rPr>
              <a:t>زمان</a:t>
            </a:r>
          </a:p>
        </p:txBody>
      </p:sp>
      <p:sp>
        <p:nvSpPr>
          <p:cNvPr id="23" name="TextBox 22">
            <a:extLst>
              <a:ext uri="{FF2B5EF4-FFF2-40B4-BE49-F238E27FC236}">
                <a16:creationId xmlns:a16="http://schemas.microsoft.com/office/drawing/2014/main" id="{46F069A8-F507-4D77-BF55-E5A1CF8CEB12}"/>
              </a:ext>
            </a:extLst>
          </p:cNvPr>
          <p:cNvSpPr txBox="1"/>
          <p:nvPr/>
        </p:nvSpPr>
        <p:spPr>
          <a:xfrm>
            <a:off x="7491520" y="-1729335"/>
            <a:ext cx="4575291" cy="646331"/>
          </a:xfrm>
          <a:prstGeom prst="rect">
            <a:avLst/>
          </a:prstGeom>
          <a:noFill/>
        </p:spPr>
        <p:txBody>
          <a:bodyPr wrap="none" rtlCol="1">
            <a:spAutoFit/>
          </a:bodyPr>
          <a:lstStyle/>
          <a:p>
            <a:r>
              <a:rPr lang="fa-IR" sz="3600" dirty="0">
                <a:solidFill>
                  <a:schemeClr val="bg1"/>
                </a:solidFill>
                <a:latin typeface="Vazirmatn Medium" pitchFamily="2" charset="-78"/>
                <a:cs typeface="Vazirmatn Medium" pitchFamily="2" charset="-78"/>
              </a:rPr>
              <a:t>فرمول های مسئله ی کار</a:t>
            </a:r>
          </a:p>
        </p:txBody>
      </p:sp>
      <p:sp>
        <p:nvSpPr>
          <p:cNvPr id="24" name="TextBox 23">
            <a:extLst>
              <a:ext uri="{FF2B5EF4-FFF2-40B4-BE49-F238E27FC236}">
                <a16:creationId xmlns:a16="http://schemas.microsoft.com/office/drawing/2014/main" id="{9F8017B0-EE9B-4BB4-A935-A1AF3A4BBBD4}"/>
              </a:ext>
            </a:extLst>
          </p:cNvPr>
          <p:cNvSpPr txBox="1"/>
          <p:nvPr/>
        </p:nvSpPr>
        <p:spPr>
          <a:xfrm>
            <a:off x="9588828" y="-880050"/>
            <a:ext cx="2477728" cy="584775"/>
          </a:xfrm>
          <a:prstGeom prst="rect">
            <a:avLst/>
          </a:prstGeom>
          <a:noFill/>
        </p:spPr>
        <p:txBody>
          <a:bodyPr wrap="square" rtlCol="1">
            <a:spAutoFit/>
          </a:bodyPr>
          <a:lstStyle/>
          <a:p>
            <a:pPr algn="just" rtl="1"/>
            <a:r>
              <a:rPr lang="en-US" sz="3200">
                <a:solidFill>
                  <a:schemeClr val="bg1">
                    <a:lumMod val="95000"/>
                  </a:schemeClr>
                </a:solidFill>
                <a:latin typeface="Vazirmatn Light" pitchFamily="2" charset="-78"/>
                <a:cs typeface="Vazirmatn Light" pitchFamily="2" charset="-78"/>
              </a:rPr>
              <a:t>W=Fdcos</a:t>
            </a:r>
            <a:r>
              <a:rPr lang="el-GR" sz="3200">
                <a:solidFill>
                  <a:schemeClr val="bg1">
                    <a:lumMod val="95000"/>
                  </a:schemeClr>
                </a:solidFill>
                <a:latin typeface="Vazirmatn Light" pitchFamily="2" charset="-78"/>
                <a:cs typeface="Vazirmatn Light" pitchFamily="2" charset="-78"/>
              </a:rPr>
              <a:t>θ</a:t>
            </a:r>
            <a:endParaRPr lang="fa-IR" sz="3200" dirty="0">
              <a:solidFill>
                <a:schemeClr val="bg1">
                  <a:lumMod val="95000"/>
                </a:schemeClr>
              </a:solidFill>
              <a:latin typeface="Vazirmatn Light" pitchFamily="2" charset="-78"/>
              <a:cs typeface="Vazirmatn Light" pitchFamily="2" charset="-78"/>
            </a:endParaRPr>
          </a:p>
        </p:txBody>
      </p:sp>
    </p:spTree>
    <p:extLst>
      <p:ext uri="{BB962C8B-B14F-4D97-AF65-F5344CB8AC3E}">
        <p14:creationId xmlns:p14="http://schemas.microsoft.com/office/powerpoint/2010/main" val="132215675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B73C9AC-13F7-8609-45D1-69E3E9B74AA6}"/>
              </a:ext>
            </a:extLst>
          </p:cNvPr>
          <p:cNvPicPr>
            <a:picLocks noChangeAspect="1"/>
          </p:cNvPicPr>
          <p:nvPr/>
        </p:nvPicPr>
        <p:blipFill rotWithShape="1">
          <a:blip r:embed="rId3">
            <a:extLst>
              <a:ext uri="{28A0092B-C50C-407E-A947-70E740481C1C}">
                <a14:useLocalDpi xmlns:a14="http://schemas.microsoft.com/office/drawing/2010/main" val="0"/>
              </a:ext>
            </a:extLst>
          </a:blip>
          <a:srcRect t="7802" b="7802"/>
          <a:stretch/>
        </p:blipFill>
        <p:spPr>
          <a:xfrm>
            <a:off x="0" y="0"/>
            <a:ext cx="12192000" cy="6858000"/>
          </a:xfrm>
          <a:prstGeom prst="rect">
            <a:avLst/>
          </a:prstGeom>
        </p:spPr>
      </p:pic>
      <p:pic>
        <p:nvPicPr>
          <p:cNvPr id="3" name="Picture 2">
            <a:extLst>
              <a:ext uri="{FF2B5EF4-FFF2-40B4-BE49-F238E27FC236}">
                <a16:creationId xmlns:a16="http://schemas.microsoft.com/office/drawing/2014/main" id="{124D0B5E-7088-4C43-BA64-129DC016FC8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85953" y="2109802"/>
            <a:ext cx="4628244" cy="2118235"/>
          </a:xfrm>
          <a:prstGeom prst="rect">
            <a:avLst/>
          </a:prstGeom>
        </p:spPr>
      </p:pic>
      <p:sp>
        <p:nvSpPr>
          <p:cNvPr id="32" name="TextBox 31">
            <a:extLst>
              <a:ext uri="{FF2B5EF4-FFF2-40B4-BE49-F238E27FC236}">
                <a16:creationId xmlns:a16="http://schemas.microsoft.com/office/drawing/2014/main" id="{8710D83E-91C6-42A5-A985-C86EC7F0B704}"/>
              </a:ext>
            </a:extLst>
          </p:cNvPr>
          <p:cNvSpPr txBox="1"/>
          <p:nvPr/>
        </p:nvSpPr>
        <p:spPr>
          <a:xfrm>
            <a:off x="7491520" y="787729"/>
            <a:ext cx="4575291" cy="646331"/>
          </a:xfrm>
          <a:prstGeom prst="rect">
            <a:avLst/>
          </a:prstGeom>
          <a:noFill/>
        </p:spPr>
        <p:txBody>
          <a:bodyPr wrap="none" rtlCol="1">
            <a:spAutoFit/>
          </a:bodyPr>
          <a:lstStyle/>
          <a:p>
            <a:r>
              <a:rPr lang="fa-IR" sz="3600" dirty="0">
                <a:solidFill>
                  <a:schemeClr val="bg1"/>
                </a:solidFill>
                <a:latin typeface="Vazirmatn Medium" pitchFamily="2" charset="-78"/>
                <a:cs typeface="Vazirmatn Medium" pitchFamily="2" charset="-78"/>
              </a:rPr>
              <a:t>فرمول های مسئله ی کار</a:t>
            </a:r>
          </a:p>
        </p:txBody>
      </p:sp>
      <p:sp>
        <p:nvSpPr>
          <p:cNvPr id="15" name="TextBox 14">
            <a:extLst>
              <a:ext uri="{FF2B5EF4-FFF2-40B4-BE49-F238E27FC236}">
                <a16:creationId xmlns:a16="http://schemas.microsoft.com/office/drawing/2014/main" id="{1C3EBA81-8414-4112-9454-1C247366C9AC}"/>
              </a:ext>
            </a:extLst>
          </p:cNvPr>
          <p:cNvSpPr txBox="1"/>
          <p:nvPr/>
        </p:nvSpPr>
        <p:spPr>
          <a:xfrm>
            <a:off x="15235643" y="1071264"/>
            <a:ext cx="4770858" cy="646331"/>
          </a:xfrm>
          <a:prstGeom prst="rect">
            <a:avLst/>
          </a:prstGeom>
          <a:noFill/>
        </p:spPr>
        <p:txBody>
          <a:bodyPr wrap="none" rtlCol="1">
            <a:spAutoFit/>
          </a:bodyPr>
          <a:lstStyle/>
          <a:p>
            <a:r>
              <a:rPr lang="fa-IR" sz="3600" dirty="0">
                <a:solidFill>
                  <a:schemeClr val="bg1"/>
                </a:solidFill>
                <a:latin typeface="Vazirmatn Medium" pitchFamily="2" charset="-78"/>
                <a:cs typeface="Vazirmatn Medium" pitchFamily="2" charset="-78"/>
              </a:rPr>
              <a:t>فرمول های آزمایش پرتابه</a:t>
            </a:r>
          </a:p>
        </p:txBody>
      </p:sp>
      <p:sp>
        <p:nvSpPr>
          <p:cNvPr id="17" name="TextBox 16">
            <a:extLst>
              <a:ext uri="{FF2B5EF4-FFF2-40B4-BE49-F238E27FC236}">
                <a16:creationId xmlns:a16="http://schemas.microsoft.com/office/drawing/2014/main" id="{DC37E9FC-D95D-4F79-BE96-266FCAF138A0}"/>
              </a:ext>
            </a:extLst>
          </p:cNvPr>
          <p:cNvSpPr txBox="1"/>
          <p:nvPr/>
        </p:nvSpPr>
        <p:spPr>
          <a:xfrm>
            <a:off x="16516913" y="2149413"/>
            <a:ext cx="2226840" cy="1631216"/>
          </a:xfrm>
          <a:prstGeom prst="rect">
            <a:avLst/>
          </a:prstGeom>
          <a:noFill/>
        </p:spPr>
        <p:txBody>
          <a:bodyPr wrap="square" rtlCol="1">
            <a:spAutoFit/>
          </a:bodyPr>
          <a:lstStyle/>
          <a:p>
            <a:pPr algn="just" rtl="1"/>
            <a:r>
              <a:rPr lang="en-US" sz="2000" b="0" i="1" dirty="0">
                <a:solidFill>
                  <a:srgbClr val="F9FAFB"/>
                </a:solidFill>
                <a:effectLst/>
                <a:latin typeface="Vazirmatn Light" pitchFamily="2" charset="-78"/>
                <a:cs typeface="Vazirmatn Light" pitchFamily="2" charset="-78"/>
              </a:rPr>
              <a:t>v</a:t>
            </a:r>
            <a:r>
              <a:rPr lang="en-US" sz="2000" b="0" i="0" dirty="0">
                <a:solidFill>
                  <a:srgbClr val="F9FAFB"/>
                </a:solidFill>
                <a:effectLst/>
                <a:latin typeface="Vazirmatn Light" pitchFamily="2" charset="-78"/>
                <a:cs typeface="Vazirmatn Light" pitchFamily="2" charset="-78"/>
              </a:rPr>
              <a:t>0</a:t>
            </a:r>
            <a:r>
              <a:rPr lang="en-US" sz="2000" b="0" i="1" dirty="0">
                <a:solidFill>
                  <a:srgbClr val="F9FAFB"/>
                </a:solidFill>
                <a:effectLst/>
                <a:latin typeface="Vazirmatn Light" pitchFamily="2" charset="-78"/>
                <a:cs typeface="Vazirmatn Light" pitchFamily="2" charset="-78"/>
              </a:rPr>
              <a:t>x</a:t>
            </a:r>
            <a:r>
              <a:rPr lang="en-US" sz="2000" b="0" i="0" dirty="0">
                <a:solidFill>
                  <a:srgbClr val="F9FAFB"/>
                </a:solidFill>
                <a:effectLst/>
                <a:latin typeface="Vazirmatn Light" pitchFamily="2" charset="-78"/>
                <a:cs typeface="Vazirmatn Light" pitchFamily="2" charset="-78"/>
              </a:rPr>
              <a:t>​=</a:t>
            </a:r>
            <a:r>
              <a:rPr lang="en-US" sz="2000" b="0" i="1" dirty="0">
                <a:solidFill>
                  <a:srgbClr val="F9FAFB"/>
                </a:solidFill>
                <a:effectLst/>
                <a:latin typeface="Vazirmatn Light" pitchFamily="2" charset="-78"/>
                <a:cs typeface="Vazirmatn Light" pitchFamily="2" charset="-78"/>
              </a:rPr>
              <a:t>v</a:t>
            </a:r>
            <a:r>
              <a:rPr lang="en-US" sz="2000" b="0" i="0" dirty="0">
                <a:solidFill>
                  <a:srgbClr val="F9FAFB"/>
                </a:solidFill>
                <a:effectLst/>
                <a:latin typeface="Vazirmatn Light" pitchFamily="2" charset="-78"/>
                <a:cs typeface="Vazirmatn Light" pitchFamily="2" charset="-78"/>
              </a:rPr>
              <a:t>0​cos</a:t>
            </a:r>
            <a:r>
              <a:rPr lang="el-GR" sz="2000" b="0" i="0" dirty="0">
                <a:solidFill>
                  <a:srgbClr val="E3E3E3"/>
                </a:solidFill>
                <a:effectLst/>
                <a:latin typeface="Courier New" panose="02070309020205020404" pitchFamily="49" charset="0"/>
                <a:cs typeface="Vazirmatn Light" pitchFamily="2" charset="-78"/>
              </a:rPr>
              <a:t>θ</a:t>
            </a:r>
            <a:endParaRPr lang="en-US" sz="2000" b="0" i="0" dirty="0">
              <a:solidFill>
                <a:srgbClr val="E3E3E3"/>
              </a:solidFill>
              <a:effectLst/>
              <a:latin typeface="Vazirmatn Light" pitchFamily="2" charset="-78"/>
              <a:cs typeface="Vazirmatn Light" pitchFamily="2" charset="-78"/>
            </a:endParaRPr>
          </a:p>
          <a:p>
            <a:pPr algn="just" rtl="1"/>
            <a:r>
              <a:rPr lang="en-US" sz="2000" b="0" dirty="0">
                <a:solidFill>
                  <a:srgbClr val="F9FAFB"/>
                </a:solidFill>
                <a:effectLst/>
                <a:latin typeface="Vazirmatn Light" pitchFamily="2" charset="-78"/>
                <a:cs typeface="Vazirmatn Light" pitchFamily="2" charset="-78"/>
              </a:rPr>
              <a:t>v0</a:t>
            </a:r>
            <a:r>
              <a:rPr lang="en-US" sz="2000" dirty="0">
                <a:solidFill>
                  <a:srgbClr val="F9FAFB"/>
                </a:solidFill>
                <a:latin typeface="Vazirmatn Light" pitchFamily="2" charset="-78"/>
                <a:cs typeface="Vazirmatn Light" pitchFamily="2" charset="-78"/>
              </a:rPr>
              <a:t>y</a:t>
            </a:r>
            <a:r>
              <a:rPr lang="en-US" sz="2000" b="0" dirty="0">
                <a:solidFill>
                  <a:srgbClr val="F9FAFB"/>
                </a:solidFill>
                <a:effectLst/>
                <a:latin typeface="Vazirmatn Light" pitchFamily="2" charset="-78"/>
                <a:cs typeface="Vazirmatn Light" pitchFamily="2" charset="-78"/>
              </a:rPr>
              <a:t>​=v0​sin</a:t>
            </a:r>
            <a:r>
              <a:rPr lang="el-GR" sz="2000" b="0" dirty="0">
                <a:solidFill>
                  <a:srgbClr val="E3E3E3"/>
                </a:solidFill>
                <a:effectLst/>
                <a:latin typeface="Courier New" panose="02070309020205020404" pitchFamily="49" charset="0"/>
                <a:cs typeface="Vazirmatn Light" pitchFamily="2" charset="-78"/>
              </a:rPr>
              <a:t>θ</a:t>
            </a:r>
            <a:endParaRPr lang="fa-IR" sz="2000" dirty="0">
              <a:solidFill>
                <a:schemeClr val="bg1">
                  <a:lumMod val="95000"/>
                </a:schemeClr>
              </a:solidFill>
              <a:latin typeface="Vazirmatn Light" pitchFamily="2" charset="-78"/>
              <a:cs typeface="Vazirmatn Light" pitchFamily="2" charset="-78"/>
            </a:endParaRPr>
          </a:p>
          <a:p>
            <a:pPr algn="just" rtl="1"/>
            <a:r>
              <a:rPr lang="en-US" sz="2000" b="0" i="1" dirty="0" err="1">
                <a:solidFill>
                  <a:srgbClr val="F9FAFB"/>
                </a:solidFill>
                <a:effectLst/>
                <a:latin typeface="Vazirmatn Light" pitchFamily="2" charset="-78"/>
                <a:cs typeface="Vazirmatn Light" pitchFamily="2" charset="-78"/>
              </a:rPr>
              <a:t>vx</a:t>
            </a:r>
            <a:r>
              <a:rPr lang="en-US" sz="2000" b="0" i="0" dirty="0">
                <a:solidFill>
                  <a:srgbClr val="F9FAFB"/>
                </a:solidFill>
                <a:effectLst/>
                <a:latin typeface="Vazirmatn Light" pitchFamily="2" charset="-78"/>
                <a:cs typeface="Vazirmatn Light" pitchFamily="2" charset="-78"/>
              </a:rPr>
              <a:t>​=</a:t>
            </a:r>
            <a:r>
              <a:rPr lang="en-US" sz="2000" b="0" i="1" dirty="0">
                <a:solidFill>
                  <a:srgbClr val="F9FAFB"/>
                </a:solidFill>
                <a:effectLst/>
                <a:latin typeface="Vazirmatn Light" pitchFamily="2" charset="-78"/>
                <a:cs typeface="Vazirmatn Light" pitchFamily="2" charset="-78"/>
              </a:rPr>
              <a:t>v</a:t>
            </a:r>
            <a:r>
              <a:rPr lang="en-US" sz="2000" b="0" i="0" dirty="0">
                <a:solidFill>
                  <a:srgbClr val="F9FAFB"/>
                </a:solidFill>
                <a:effectLst/>
                <a:latin typeface="Vazirmatn Light" pitchFamily="2" charset="-78"/>
                <a:cs typeface="Vazirmatn Light" pitchFamily="2" charset="-78"/>
              </a:rPr>
              <a:t>0</a:t>
            </a:r>
            <a:r>
              <a:rPr lang="en-US" sz="2000" b="0" i="1" dirty="0">
                <a:solidFill>
                  <a:srgbClr val="F9FAFB"/>
                </a:solidFill>
                <a:effectLst/>
                <a:latin typeface="Vazirmatn Light" pitchFamily="2" charset="-78"/>
                <a:cs typeface="Vazirmatn Light" pitchFamily="2" charset="-78"/>
              </a:rPr>
              <a:t>x</a:t>
            </a:r>
            <a:r>
              <a:rPr lang="en-US" sz="2000" b="0" i="0" dirty="0">
                <a:solidFill>
                  <a:srgbClr val="F9FAFB"/>
                </a:solidFill>
                <a:effectLst/>
                <a:latin typeface="Vazirmatn Light" pitchFamily="2" charset="-78"/>
                <a:cs typeface="Vazirmatn Light" pitchFamily="2" charset="-78"/>
              </a:rPr>
              <a:t>​=</a:t>
            </a:r>
            <a:r>
              <a:rPr lang="en-US" sz="2000" b="0" i="1" dirty="0">
                <a:solidFill>
                  <a:srgbClr val="F9FAFB"/>
                </a:solidFill>
                <a:effectLst/>
                <a:latin typeface="Vazirmatn Light" pitchFamily="2" charset="-78"/>
                <a:cs typeface="Vazirmatn Light" pitchFamily="2" charset="-78"/>
              </a:rPr>
              <a:t>v</a:t>
            </a:r>
            <a:r>
              <a:rPr lang="en-US" sz="2000" b="0" i="0" dirty="0">
                <a:solidFill>
                  <a:srgbClr val="F9FAFB"/>
                </a:solidFill>
                <a:effectLst/>
                <a:latin typeface="Vazirmatn Light" pitchFamily="2" charset="-78"/>
                <a:cs typeface="Vazirmatn Light" pitchFamily="2" charset="-78"/>
              </a:rPr>
              <a:t>0​cos</a:t>
            </a:r>
            <a:r>
              <a:rPr lang="el-GR" sz="2000" b="0" i="0" dirty="0">
                <a:solidFill>
                  <a:srgbClr val="E3E3E3"/>
                </a:solidFill>
                <a:effectLst/>
                <a:latin typeface="Courier New" panose="02070309020205020404" pitchFamily="49" charset="0"/>
                <a:cs typeface="Vazirmatn Light" pitchFamily="2" charset="-78"/>
              </a:rPr>
              <a:t>θ</a:t>
            </a:r>
            <a:endParaRPr lang="fa-IR" sz="2000" dirty="0">
              <a:solidFill>
                <a:schemeClr val="bg1">
                  <a:lumMod val="95000"/>
                </a:schemeClr>
              </a:solidFill>
              <a:latin typeface="Vazirmatn Light" pitchFamily="2" charset="-78"/>
              <a:cs typeface="Vazirmatn Light" pitchFamily="2" charset="-78"/>
            </a:endParaRPr>
          </a:p>
          <a:p>
            <a:pPr algn="just" rtl="1"/>
            <a:r>
              <a:rPr lang="en-US" sz="2000" b="0" dirty="0">
                <a:solidFill>
                  <a:srgbClr val="F9FAFB"/>
                </a:solidFill>
                <a:effectLst/>
                <a:latin typeface="Vazirmatn Light" pitchFamily="2" charset="-78"/>
                <a:cs typeface="Vazirmatn Light" pitchFamily="2" charset="-78"/>
              </a:rPr>
              <a:t>x=x0​+v0x​t</a:t>
            </a:r>
            <a:endParaRPr lang="fa-IR" sz="2000" b="0" dirty="0">
              <a:solidFill>
                <a:srgbClr val="F9FAFB"/>
              </a:solidFill>
              <a:effectLst/>
              <a:latin typeface="Vazirmatn Light" pitchFamily="2" charset="-78"/>
              <a:cs typeface="Vazirmatn Light" pitchFamily="2" charset="-78"/>
            </a:endParaRPr>
          </a:p>
          <a:p>
            <a:pPr algn="just" rtl="1"/>
            <a:endParaRPr lang="fa-IR" sz="2000" dirty="0">
              <a:solidFill>
                <a:schemeClr val="bg1">
                  <a:lumMod val="95000"/>
                </a:schemeClr>
              </a:solidFill>
              <a:latin typeface="Vazirmatn Light" pitchFamily="2" charset="-78"/>
              <a:cs typeface="Vazirmatn Light" pitchFamily="2" charset="-78"/>
            </a:endParaRPr>
          </a:p>
        </p:txBody>
      </p:sp>
      <mc:AlternateContent xmlns:mc="http://schemas.openxmlformats.org/markup-compatibility/2006">
        <mc:Choice xmlns:a14="http://schemas.microsoft.com/office/drawing/2010/main" Requires="a14">
          <p:sp>
            <p:nvSpPr>
              <p:cNvPr id="18" name="TextBox 17">
                <a:extLst>
                  <a:ext uri="{FF2B5EF4-FFF2-40B4-BE49-F238E27FC236}">
                    <a16:creationId xmlns:a16="http://schemas.microsoft.com/office/drawing/2014/main" id="{BEB59FCB-64EF-4858-AC70-F63E4EA39253}"/>
                  </a:ext>
                </a:extLst>
              </p:cNvPr>
              <p:cNvSpPr txBox="1"/>
              <p:nvPr/>
            </p:nvSpPr>
            <p:spPr>
              <a:xfrm>
                <a:off x="13770279" y="2160988"/>
                <a:ext cx="2746634" cy="1015663"/>
              </a:xfrm>
              <a:prstGeom prst="rect">
                <a:avLst/>
              </a:prstGeom>
              <a:noFill/>
            </p:spPr>
            <p:txBody>
              <a:bodyPr wrap="square" rtlCol="1">
                <a:spAutoFit/>
              </a:bodyPr>
              <a:lstStyle/>
              <a:p>
                <a:pPr rtl="1"/>
                <a:r>
                  <a:rPr lang="es-ES" sz="2000" b="0" dirty="0">
                    <a:solidFill>
                      <a:srgbClr val="F9FAFB"/>
                    </a:solidFill>
                    <a:effectLst/>
                    <a:latin typeface="Vazirmatn Light" pitchFamily="2" charset="-78"/>
                    <a:cs typeface="Vazirmatn Light" pitchFamily="2" charset="-78"/>
                  </a:rPr>
                  <a:t>vy​=v0y​−</a:t>
                </a:r>
                <a:r>
                  <a:rPr lang="es-ES" sz="2000" b="0" dirty="0" err="1">
                    <a:solidFill>
                      <a:srgbClr val="F9FAFB"/>
                    </a:solidFill>
                    <a:effectLst/>
                    <a:latin typeface="Vazirmatn Light" pitchFamily="2" charset="-78"/>
                    <a:cs typeface="Vazirmatn Light" pitchFamily="2" charset="-78"/>
                  </a:rPr>
                  <a:t>gt</a:t>
                </a:r>
                <a:r>
                  <a:rPr lang="es-ES" sz="2000" b="0" dirty="0">
                    <a:solidFill>
                      <a:srgbClr val="F9FAFB"/>
                    </a:solidFill>
                    <a:effectLst/>
                    <a:latin typeface="Vazirmatn Light" pitchFamily="2" charset="-78"/>
                    <a:cs typeface="Vazirmatn Light" pitchFamily="2" charset="-78"/>
                  </a:rPr>
                  <a:t>=v0​sin</a:t>
                </a:r>
                <a:r>
                  <a:rPr lang="el-GR" sz="2000" b="0" dirty="0">
                    <a:solidFill>
                      <a:srgbClr val="E3E3E3"/>
                    </a:solidFill>
                    <a:effectLst/>
                    <a:latin typeface="Courier New" panose="02070309020205020404" pitchFamily="49" charset="0"/>
                    <a:cs typeface="Vazirmatn Light" pitchFamily="2" charset="-78"/>
                  </a:rPr>
                  <a:t>θ</a:t>
                </a:r>
                <a:r>
                  <a:rPr lang="es-ES" sz="2000" b="0" dirty="0">
                    <a:solidFill>
                      <a:srgbClr val="F9FAFB"/>
                    </a:solidFill>
                    <a:effectLst/>
                    <a:latin typeface="Vazirmatn Light" pitchFamily="2" charset="-78"/>
                    <a:cs typeface="Vazirmatn Light" pitchFamily="2" charset="-78"/>
                  </a:rPr>
                  <a:t>−</a:t>
                </a:r>
                <a:r>
                  <a:rPr lang="es-ES" sz="2000" b="0" dirty="0" err="1">
                    <a:solidFill>
                      <a:srgbClr val="F9FAFB"/>
                    </a:solidFill>
                    <a:effectLst/>
                    <a:latin typeface="Vazirmatn Light" pitchFamily="2" charset="-78"/>
                    <a:cs typeface="Vazirmatn Light" pitchFamily="2" charset="-78"/>
                  </a:rPr>
                  <a:t>gt</a:t>
                </a:r>
                <a:br>
                  <a:rPr lang="es-ES" sz="2000" b="0" dirty="0">
                    <a:solidFill>
                      <a:srgbClr val="F9FAFB"/>
                    </a:solidFill>
                    <a:effectLst/>
                    <a:latin typeface="Vazirmatn Light" pitchFamily="2" charset="-78"/>
                    <a:cs typeface="Vazirmatn Light" pitchFamily="2" charset="-78"/>
                  </a:rPr>
                </a:br>
                <a:r>
                  <a:rPr lang="es-ES" sz="2000" b="0" dirty="0">
                    <a:solidFill>
                      <a:srgbClr val="F9FAFB"/>
                    </a:solidFill>
                    <a:effectLst/>
                    <a:latin typeface="Vazirmatn Light" pitchFamily="2" charset="-78"/>
                    <a:cs typeface="Vazirmatn Light" pitchFamily="2" charset="-78"/>
                  </a:rPr>
                  <a:t>y=y0+v0y×t−12g</a:t>
                </a:r>
                <a14:m>
                  <m:oMath xmlns:m="http://schemas.openxmlformats.org/officeDocument/2006/math">
                    <m:sSup>
                      <m:sSupPr>
                        <m:ctrlPr>
                          <a:rPr lang="es-ES" sz="2000" b="0" i="1" smtClean="0">
                            <a:solidFill>
                              <a:srgbClr val="F9FAFB"/>
                            </a:solidFill>
                            <a:effectLst/>
                            <a:latin typeface="Cambria Math" panose="02040503050406030204" pitchFamily="18" charset="0"/>
                          </a:rPr>
                        </m:ctrlPr>
                      </m:sSupPr>
                      <m:e>
                        <m:r>
                          <a:rPr lang="en-US" sz="2000" b="0" i="1" smtClean="0">
                            <a:solidFill>
                              <a:srgbClr val="F9FAFB"/>
                            </a:solidFill>
                            <a:effectLst/>
                            <a:latin typeface="Cambria Math" panose="02040503050406030204" pitchFamily="18" charset="0"/>
                          </a:rPr>
                          <m:t>𝑡</m:t>
                        </m:r>
                      </m:e>
                      <m:sup>
                        <m:r>
                          <a:rPr lang="es-ES" sz="2000" b="0" i="1" smtClean="0">
                            <a:solidFill>
                              <a:srgbClr val="F9FAFB"/>
                            </a:solidFill>
                            <a:effectLst/>
                            <a:latin typeface="Cambria Math" panose="02040503050406030204" pitchFamily="18" charset="0"/>
                          </a:rPr>
                          <m:t>2</m:t>
                        </m:r>
                      </m:sup>
                    </m:sSup>
                  </m:oMath>
                </a14:m>
                <a:br>
                  <a:rPr lang="es-ES" sz="2000" dirty="0">
                    <a:latin typeface="Vazirmatn Light" pitchFamily="2" charset="-78"/>
                    <a:cs typeface="Vazirmatn Light" pitchFamily="2" charset="-78"/>
                  </a:rPr>
                </a:br>
                <a:endParaRPr lang="fa-IR" sz="2000" dirty="0">
                  <a:solidFill>
                    <a:schemeClr val="bg1">
                      <a:lumMod val="95000"/>
                    </a:schemeClr>
                  </a:solidFill>
                  <a:latin typeface="Vazirmatn Light" pitchFamily="2" charset="-78"/>
                  <a:cs typeface="Vazirmatn Light" pitchFamily="2" charset="-78"/>
                </a:endParaRPr>
              </a:p>
            </p:txBody>
          </p:sp>
        </mc:Choice>
        <mc:Fallback>
          <p:sp>
            <p:nvSpPr>
              <p:cNvPr id="18" name="TextBox 17">
                <a:extLst>
                  <a:ext uri="{FF2B5EF4-FFF2-40B4-BE49-F238E27FC236}">
                    <a16:creationId xmlns:a16="http://schemas.microsoft.com/office/drawing/2014/main" id="{BEB59FCB-64EF-4858-AC70-F63E4EA39253}"/>
                  </a:ext>
                </a:extLst>
              </p:cNvPr>
              <p:cNvSpPr txBox="1">
                <a:spLocks noRot="1" noChangeAspect="1" noMove="1" noResize="1" noEditPoints="1" noAdjustHandles="1" noChangeArrowheads="1" noChangeShapeType="1" noTextEdit="1"/>
              </p:cNvSpPr>
              <p:nvPr/>
            </p:nvSpPr>
            <p:spPr>
              <a:xfrm>
                <a:off x="13770279" y="2160988"/>
                <a:ext cx="2746634" cy="1015663"/>
              </a:xfrm>
              <a:prstGeom prst="rect">
                <a:avLst/>
              </a:prstGeom>
              <a:blipFill>
                <a:blip r:embed="rId5"/>
                <a:stretch>
                  <a:fillRect l="-4889" t="-4192" b="-9581"/>
                </a:stretch>
              </a:blipFill>
            </p:spPr>
            <p:txBody>
              <a:bodyPr/>
              <a:lstStyle/>
              <a:p>
                <a:r>
                  <a:rPr lang="fa-IR">
                    <a:noFill/>
                  </a:rPr>
                  <a:t> </a:t>
                </a:r>
              </a:p>
            </p:txBody>
          </p:sp>
        </mc:Fallback>
      </mc:AlternateContent>
      <p:sp>
        <p:nvSpPr>
          <p:cNvPr id="19" name="TextBox 18">
            <a:extLst>
              <a:ext uri="{FF2B5EF4-FFF2-40B4-BE49-F238E27FC236}">
                <a16:creationId xmlns:a16="http://schemas.microsoft.com/office/drawing/2014/main" id="{22C7AEE7-CA14-44BA-B19B-2A6F8B175452}"/>
              </a:ext>
            </a:extLst>
          </p:cNvPr>
          <p:cNvSpPr txBox="1"/>
          <p:nvPr/>
        </p:nvSpPr>
        <p:spPr>
          <a:xfrm>
            <a:off x="9588828" y="1637014"/>
            <a:ext cx="2477728" cy="584775"/>
          </a:xfrm>
          <a:prstGeom prst="rect">
            <a:avLst/>
          </a:prstGeom>
          <a:noFill/>
        </p:spPr>
        <p:txBody>
          <a:bodyPr wrap="square" rtlCol="1">
            <a:spAutoFit/>
          </a:bodyPr>
          <a:lstStyle/>
          <a:p>
            <a:pPr algn="just" rtl="1"/>
            <a:r>
              <a:rPr lang="en-US" sz="3200">
                <a:solidFill>
                  <a:schemeClr val="bg1">
                    <a:lumMod val="95000"/>
                  </a:schemeClr>
                </a:solidFill>
                <a:latin typeface="Vazirmatn Light" pitchFamily="2" charset="-78"/>
                <a:cs typeface="Vazirmatn Light" pitchFamily="2" charset="-78"/>
              </a:rPr>
              <a:t>W=Fdcos</a:t>
            </a:r>
            <a:r>
              <a:rPr lang="el-GR" sz="3200">
                <a:solidFill>
                  <a:schemeClr val="bg1">
                    <a:lumMod val="95000"/>
                  </a:schemeClr>
                </a:solidFill>
                <a:latin typeface="Vazirmatn Light" pitchFamily="2" charset="-78"/>
                <a:cs typeface="Vazirmatn Light" pitchFamily="2" charset="-78"/>
              </a:rPr>
              <a:t>θ</a:t>
            </a:r>
            <a:endParaRPr lang="fa-IR" sz="3200" dirty="0">
              <a:solidFill>
                <a:schemeClr val="bg1">
                  <a:lumMod val="95000"/>
                </a:schemeClr>
              </a:solidFill>
              <a:latin typeface="Vazirmatn Light" pitchFamily="2" charset="-78"/>
              <a:cs typeface="Vazirmatn Light" pitchFamily="2" charset="-78"/>
            </a:endParaRPr>
          </a:p>
        </p:txBody>
      </p:sp>
      <p:sp>
        <p:nvSpPr>
          <p:cNvPr id="10" name="TextBox 9">
            <a:extLst>
              <a:ext uri="{FF2B5EF4-FFF2-40B4-BE49-F238E27FC236}">
                <a16:creationId xmlns:a16="http://schemas.microsoft.com/office/drawing/2014/main" id="{83E49A0F-8A80-4F92-9206-CC631DA7B206}"/>
              </a:ext>
            </a:extLst>
          </p:cNvPr>
          <p:cNvSpPr txBox="1"/>
          <p:nvPr/>
        </p:nvSpPr>
        <p:spPr>
          <a:xfrm>
            <a:off x="-4251474" y="1071263"/>
            <a:ext cx="3493264" cy="646331"/>
          </a:xfrm>
          <a:prstGeom prst="rect">
            <a:avLst/>
          </a:prstGeom>
          <a:noFill/>
        </p:spPr>
        <p:txBody>
          <a:bodyPr wrap="none" rtlCol="1">
            <a:spAutoFit/>
          </a:bodyPr>
          <a:lstStyle/>
          <a:p>
            <a:r>
              <a:rPr lang="fa-IR" sz="3600" dirty="0">
                <a:solidFill>
                  <a:schemeClr val="bg1"/>
                </a:solidFill>
                <a:latin typeface="Vazirmatn Medium" pitchFamily="2" charset="-78"/>
                <a:cs typeface="Vazirmatn Medium" pitchFamily="2" charset="-78"/>
              </a:rPr>
              <a:t>آزمایش سقوط آزاد</a:t>
            </a:r>
          </a:p>
        </p:txBody>
      </p:sp>
      <p:sp>
        <p:nvSpPr>
          <p:cNvPr id="11" name="TextBox 10">
            <a:extLst>
              <a:ext uri="{FF2B5EF4-FFF2-40B4-BE49-F238E27FC236}">
                <a16:creationId xmlns:a16="http://schemas.microsoft.com/office/drawing/2014/main" id="{2F93675C-F388-4FCE-9FEE-D278B5C59F4E}"/>
              </a:ext>
            </a:extLst>
          </p:cNvPr>
          <p:cNvSpPr txBox="1"/>
          <p:nvPr/>
        </p:nvSpPr>
        <p:spPr>
          <a:xfrm>
            <a:off x="-6542317" y="1772126"/>
            <a:ext cx="5806440" cy="1631216"/>
          </a:xfrm>
          <a:prstGeom prst="rect">
            <a:avLst/>
          </a:prstGeom>
          <a:noFill/>
        </p:spPr>
        <p:txBody>
          <a:bodyPr wrap="square" rtlCol="1">
            <a:spAutoFit/>
          </a:bodyPr>
          <a:lstStyle/>
          <a:p>
            <a:pPr algn="just" rtl="1"/>
            <a:r>
              <a:rPr lang="fa-IR" sz="2000" dirty="0">
                <a:solidFill>
                  <a:schemeClr val="bg1">
                    <a:lumMod val="95000"/>
                  </a:schemeClr>
                </a:solidFill>
                <a:latin typeface="Vazirmatn Light" pitchFamily="2" charset="-78"/>
                <a:cs typeface="Vazirmatn Light" pitchFamily="2" charset="-78"/>
              </a:rPr>
              <a:t> به سقوطی که مقاومت (اصطکاک) هوا در آن‌ها وجود ندارد. به این حالت (بدون مقاومت هوا)، حرکت سقوط آزاد گفته می‌شود. در این حالت نیرو گرانشی باعث می‌شود که اجسام به سمت مرکز زمین با شتاب ثابت گرانشی سقوط کنند.</a:t>
            </a:r>
          </a:p>
        </p:txBody>
      </p:sp>
      <p:sp>
        <p:nvSpPr>
          <p:cNvPr id="12" name="TextBox 11">
            <a:extLst>
              <a:ext uri="{FF2B5EF4-FFF2-40B4-BE49-F238E27FC236}">
                <a16:creationId xmlns:a16="http://schemas.microsoft.com/office/drawing/2014/main" id="{5C0E2614-5F43-4ECC-8125-BD9D0F326EB0}"/>
              </a:ext>
            </a:extLst>
          </p:cNvPr>
          <p:cNvSpPr txBox="1"/>
          <p:nvPr/>
        </p:nvSpPr>
        <p:spPr>
          <a:xfrm>
            <a:off x="15888795" y="1023914"/>
            <a:ext cx="2441694" cy="646331"/>
          </a:xfrm>
          <a:prstGeom prst="rect">
            <a:avLst/>
          </a:prstGeom>
          <a:noFill/>
        </p:spPr>
        <p:txBody>
          <a:bodyPr wrap="none" rtlCol="1">
            <a:spAutoFit/>
          </a:bodyPr>
          <a:lstStyle/>
          <a:p>
            <a:r>
              <a:rPr lang="fa-IR" sz="3600" dirty="0">
                <a:solidFill>
                  <a:schemeClr val="bg1"/>
                </a:solidFill>
                <a:latin typeface="Vazirmatn Medium" pitchFamily="2" charset="-78"/>
                <a:cs typeface="Vazirmatn Medium" pitchFamily="2" charset="-78"/>
              </a:rPr>
              <a:t>مسئله ی کار</a:t>
            </a:r>
          </a:p>
        </p:txBody>
      </p:sp>
      <p:sp>
        <p:nvSpPr>
          <p:cNvPr id="13" name="TextBox 12">
            <a:extLst>
              <a:ext uri="{FF2B5EF4-FFF2-40B4-BE49-F238E27FC236}">
                <a16:creationId xmlns:a16="http://schemas.microsoft.com/office/drawing/2014/main" id="{438C08DE-C924-4B3D-A502-4AA2518ACA29}"/>
              </a:ext>
            </a:extLst>
          </p:cNvPr>
          <p:cNvSpPr txBox="1"/>
          <p:nvPr/>
        </p:nvSpPr>
        <p:spPr>
          <a:xfrm>
            <a:off x="12942962" y="1848192"/>
            <a:ext cx="5387528" cy="1200329"/>
          </a:xfrm>
          <a:prstGeom prst="rect">
            <a:avLst/>
          </a:prstGeom>
          <a:noFill/>
        </p:spPr>
        <p:txBody>
          <a:bodyPr wrap="square" rtlCol="1">
            <a:spAutoFit/>
          </a:bodyPr>
          <a:lstStyle/>
          <a:p>
            <a:pPr algn="just" rtl="1"/>
            <a:r>
              <a:rPr lang="fa-IR" dirty="0">
                <a:solidFill>
                  <a:schemeClr val="bg1">
                    <a:lumMod val="95000"/>
                  </a:schemeClr>
                </a:solidFill>
                <a:latin typeface="Vazirmatn Light" pitchFamily="2" charset="-78"/>
                <a:cs typeface="Vazirmatn Light" pitchFamily="2" charset="-78"/>
              </a:rPr>
              <a:t>در علم فیزیک، انجام کار نوعی انتقال انرژی است که با اعمال یک نیروی مشخصی به جسم و جابجا کردن آن انجام می‌شود. بنابراین فرمول کار در فیزیک از ضرب کردن نیروی وارد بر جسم در جابجایی آن به‌دست می‌آید</a:t>
            </a:r>
          </a:p>
        </p:txBody>
      </p:sp>
      <p:sp>
        <p:nvSpPr>
          <p:cNvPr id="14" name="TextBox 13">
            <a:extLst>
              <a:ext uri="{FF2B5EF4-FFF2-40B4-BE49-F238E27FC236}">
                <a16:creationId xmlns:a16="http://schemas.microsoft.com/office/drawing/2014/main" id="{2043E93E-93D9-4E3B-8F22-24DEAABB4BB3}"/>
              </a:ext>
            </a:extLst>
          </p:cNvPr>
          <p:cNvSpPr txBox="1"/>
          <p:nvPr/>
        </p:nvSpPr>
        <p:spPr>
          <a:xfrm>
            <a:off x="12739914" y="748097"/>
            <a:ext cx="5410455" cy="646331"/>
          </a:xfrm>
          <a:prstGeom prst="rect">
            <a:avLst/>
          </a:prstGeom>
          <a:noFill/>
        </p:spPr>
        <p:txBody>
          <a:bodyPr wrap="none" rtlCol="1">
            <a:spAutoFit/>
          </a:bodyPr>
          <a:lstStyle/>
          <a:p>
            <a:r>
              <a:rPr lang="fa-IR" sz="3600" dirty="0">
                <a:solidFill>
                  <a:schemeClr val="bg1"/>
                </a:solidFill>
                <a:latin typeface="Vazirmatn Medium" pitchFamily="2" charset="-78"/>
                <a:cs typeface="Vazirmatn Medium" pitchFamily="2" charset="-78"/>
              </a:rPr>
              <a:t>مسئله انرژی پتانسیل گرانشی</a:t>
            </a:r>
          </a:p>
        </p:txBody>
      </p:sp>
      <p:sp>
        <p:nvSpPr>
          <p:cNvPr id="16" name="TextBox 15">
            <a:extLst>
              <a:ext uri="{FF2B5EF4-FFF2-40B4-BE49-F238E27FC236}">
                <a16:creationId xmlns:a16="http://schemas.microsoft.com/office/drawing/2014/main" id="{D0D18445-0227-47D6-862A-F9B8DDD83025}"/>
              </a:ext>
            </a:extLst>
          </p:cNvPr>
          <p:cNvSpPr txBox="1"/>
          <p:nvPr/>
        </p:nvSpPr>
        <p:spPr>
          <a:xfrm>
            <a:off x="14216209" y="1637014"/>
            <a:ext cx="3808716" cy="830997"/>
          </a:xfrm>
          <a:prstGeom prst="rect">
            <a:avLst/>
          </a:prstGeom>
          <a:noFill/>
        </p:spPr>
        <p:txBody>
          <a:bodyPr wrap="square" rtlCol="1">
            <a:spAutoFit/>
          </a:bodyPr>
          <a:lstStyle/>
          <a:p>
            <a:pPr algn="justLow" rtl="1"/>
            <a:r>
              <a:rPr lang="fa-IR" sz="2400" dirty="0">
                <a:solidFill>
                  <a:schemeClr val="bg1">
                    <a:lumMod val="95000"/>
                  </a:schemeClr>
                </a:solidFill>
                <a:latin typeface="Vazirmatn Light" pitchFamily="2" charset="-78"/>
                <a:cs typeface="Vazirmatn Light" pitchFamily="2" charset="-78"/>
              </a:rPr>
              <a:t>عبارت است از انرژی پتانسیل وابسته به نیروی گرانشی</a:t>
            </a:r>
          </a:p>
        </p:txBody>
      </p:sp>
    </p:spTree>
    <p:extLst>
      <p:ext uri="{BB962C8B-B14F-4D97-AF65-F5344CB8AC3E}">
        <p14:creationId xmlns:p14="http://schemas.microsoft.com/office/powerpoint/2010/main" val="108308096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B73C9AC-13F7-8609-45D1-69E3E9B74AA6}"/>
              </a:ext>
            </a:extLst>
          </p:cNvPr>
          <p:cNvPicPr>
            <a:picLocks noChangeAspect="1"/>
          </p:cNvPicPr>
          <p:nvPr/>
        </p:nvPicPr>
        <p:blipFill rotWithShape="1">
          <a:blip r:embed="rId3">
            <a:extLst>
              <a:ext uri="{28A0092B-C50C-407E-A947-70E740481C1C}">
                <a14:useLocalDpi xmlns:a14="http://schemas.microsoft.com/office/drawing/2010/main" val="0"/>
              </a:ext>
            </a:extLst>
          </a:blip>
          <a:srcRect t="7802" b="7802"/>
          <a:stretch/>
        </p:blipFill>
        <p:spPr>
          <a:xfrm>
            <a:off x="0" y="0"/>
            <a:ext cx="12192000" cy="6858000"/>
          </a:xfrm>
          <a:prstGeom prst="rect">
            <a:avLst/>
          </a:prstGeom>
        </p:spPr>
      </p:pic>
      <p:pic>
        <p:nvPicPr>
          <p:cNvPr id="3" name="Picture 2">
            <a:extLst>
              <a:ext uri="{FF2B5EF4-FFF2-40B4-BE49-F238E27FC236}">
                <a16:creationId xmlns:a16="http://schemas.microsoft.com/office/drawing/2014/main" id="{124D0B5E-7088-4C43-BA64-129DC016FC8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85953" y="2109802"/>
            <a:ext cx="4628244" cy="2118235"/>
          </a:xfrm>
          <a:prstGeom prst="rect">
            <a:avLst/>
          </a:prstGeom>
        </p:spPr>
      </p:pic>
      <p:sp>
        <p:nvSpPr>
          <p:cNvPr id="32" name="TextBox 31">
            <a:extLst>
              <a:ext uri="{FF2B5EF4-FFF2-40B4-BE49-F238E27FC236}">
                <a16:creationId xmlns:a16="http://schemas.microsoft.com/office/drawing/2014/main" id="{8710D83E-91C6-42A5-A985-C86EC7F0B704}"/>
              </a:ext>
            </a:extLst>
          </p:cNvPr>
          <p:cNvSpPr txBox="1"/>
          <p:nvPr/>
        </p:nvSpPr>
        <p:spPr>
          <a:xfrm>
            <a:off x="6781545" y="748097"/>
            <a:ext cx="5410455" cy="646331"/>
          </a:xfrm>
          <a:prstGeom prst="rect">
            <a:avLst/>
          </a:prstGeom>
          <a:noFill/>
        </p:spPr>
        <p:txBody>
          <a:bodyPr wrap="none" rtlCol="1">
            <a:spAutoFit/>
          </a:bodyPr>
          <a:lstStyle/>
          <a:p>
            <a:r>
              <a:rPr lang="fa-IR" sz="3600" dirty="0">
                <a:solidFill>
                  <a:schemeClr val="bg1"/>
                </a:solidFill>
                <a:latin typeface="Vazirmatn Medium" pitchFamily="2" charset="-78"/>
                <a:cs typeface="Vazirmatn Medium" pitchFamily="2" charset="-78"/>
              </a:rPr>
              <a:t>مسئله انرژی پتانسیل گرانشی</a:t>
            </a:r>
          </a:p>
        </p:txBody>
      </p:sp>
      <p:sp>
        <p:nvSpPr>
          <p:cNvPr id="15" name="TextBox 14">
            <a:extLst>
              <a:ext uri="{FF2B5EF4-FFF2-40B4-BE49-F238E27FC236}">
                <a16:creationId xmlns:a16="http://schemas.microsoft.com/office/drawing/2014/main" id="{1C3EBA81-8414-4112-9454-1C247366C9AC}"/>
              </a:ext>
            </a:extLst>
          </p:cNvPr>
          <p:cNvSpPr txBox="1"/>
          <p:nvPr/>
        </p:nvSpPr>
        <p:spPr>
          <a:xfrm>
            <a:off x="15235643" y="1071264"/>
            <a:ext cx="4770858" cy="646331"/>
          </a:xfrm>
          <a:prstGeom prst="rect">
            <a:avLst/>
          </a:prstGeom>
          <a:noFill/>
        </p:spPr>
        <p:txBody>
          <a:bodyPr wrap="none" rtlCol="1">
            <a:spAutoFit/>
          </a:bodyPr>
          <a:lstStyle/>
          <a:p>
            <a:r>
              <a:rPr lang="fa-IR" sz="3600" dirty="0">
                <a:solidFill>
                  <a:schemeClr val="bg1"/>
                </a:solidFill>
                <a:latin typeface="Vazirmatn Medium" pitchFamily="2" charset="-78"/>
                <a:cs typeface="Vazirmatn Medium" pitchFamily="2" charset="-78"/>
              </a:rPr>
              <a:t>فرمول های آزمایش پرتابه</a:t>
            </a:r>
          </a:p>
        </p:txBody>
      </p:sp>
      <p:sp>
        <p:nvSpPr>
          <p:cNvPr id="17" name="TextBox 16">
            <a:extLst>
              <a:ext uri="{FF2B5EF4-FFF2-40B4-BE49-F238E27FC236}">
                <a16:creationId xmlns:a16="http://schemas.microsoft.com/office/drawing/2014/main" id="{DC37E9FC-D95D-4F79-BE96-266FCAF138A0}"/>
              </a:ext>
            </a:extLst>
          </p:cNvPr>
          <p:cNvSpPr txBox="1"/>
          <p:nvPr/>
        </p:nvSpPr>
        <p:spPr>
          <a:xfrm>
            <a:off x="16516913" y="2149413"/>
            <a:ext cx="2226840" cy="1631216"/>
          </a:xfrm>
          <a:prstGeom prst="rect">
            <a:avLst/>
          </a:prstGeom>
          <a:noFill/>
        </p:spPr>
        <p:txBody>
          <a:bodyPr wrap="square" rtlCol="1">
            <a:spAutoFit/>
          </a:bodyPr>
          <a:lstStyle/>
          <a:p>
            <a:pPr algn="just" rtl="1"/>
            <a:r>
              <a:rPr lang="en-US" sz="2000" b="0" i="1" dirty="0">
                <a:solidFill>
                  <a:srgbClr val="F9FAFB"/>
                </a:solidFill>
                <a:effectLst/>
                <a:latin typeface="Vazirmatn Light" pitchFamily="2" charset="-78"/>
                <a:cs typeface="Vazirmatn Light" pitchFamily="2" charset="-78"/>
              </a:rPr>
              <a:t>v</a:t>
            </a:r>
            <a:r>
              <a:rPr lang="en-US" sz="2000" b="0" i="0" dirty="0">
                <a:solidFill>
                  <a:srgbClr val="F9FAFB"/>
                </a:solidFill>
                <a:effectLst/>
                <a:latin typeface="Vazirmatn Light" pitchFamily="2" charset="-78"/>
                <a:cs typeface="Vazirmatn Light" pitchFamily="2" charset="-78"/>
              </a:rPr>
              <a:t>0</a:t>
            </a:r>
            <a:r>
              <a:rPr lang="en-US" sz="2000" b="0" i="1" dirty="0">
                <a:solidFill>
                  <a:srgbClr val="F9FAFB"/>
                </a:solidFill>
                <a:effectLst/>
                <a:latin typeface="Vazirmatn Light" pitchFamily="2" charset="-78"/>
                <a:cs typeface="Vazirmatn Light" pitchFamily="2" charset="-78"/>
              </a:rPr>
              <a:t>x</a:t>
            </a:r>
            <a:r>
              <a:rPr lang="en-US" sz="2000" b="0" i="0" dirty="0">
                <a:solidFill>
                  <a:srgbClr val="F9FAFB"/>
                </a:solidFill>
                <a:effectLst/>
                <a:latin typeface="Vazirmatn Light" pitchFamily="2" charset="-78"/>
                <a:cs typeface="Vazirmatn Light" pitchFamily="2" charset="-78"/>
              </a:rPr>
              <a:t>​=</a:t>
            </a:r>
            <a:r>
              <a:rPr lang="en-US" sz="2000" b="0" i="1" dirty="0">
                <a:solidFill>
                  <a:srgbClr val="F9FAFB"/>
                </a:solidFill>
                <a:effectLst/>
                <a:latin typeface="Vazirmatn Light" pitchFamily="2" charset="-78"/>
                <a:cs typeface="Vazirmatn Light" pitchFamily="2" charset="-78"/>
              </a:rPr>
              <a:t>v</a:t>
            </a:r>
            <a:r>
              <a:rPr lang="en-US" sz="2000" b="0" i="0" dirty="0">
                <a:solidFill>
                  <a:srgbClr val="F9FAFB"/>
                </a:solidFill>
                <a:effectLst/>
                <a:latin typeface="Vazirmatn Light" pitchFamily="2" charset="-78"/>
                <a:cs typeface="Vazirmatn Light" pitchFamily="2" charset="-78"/>
              </a:rPr>
              <a:t>0​cos</a:t>
            </a:r>
            <a:r>
              <a:rPr lang="el-GR" sz="2000" b="0" i="0" dirty="0">
                <a:solidFill>
                  <a:srgbClr val="E3E3E3"/>
                </a:solidFill>
                <a:effectLst/>
                <a:latin typeface="Courier New" panose="02070309020205020404" pitchFamily="49" charset="0"/>
                <a:cs typeface="Vazirmatn Light" pitchFamily="2" charset="-78"/>
              </a:rPr>
              <a:t>θ</a:t>
            </a:r>
            <a:endParaRPr lang="en-US" sz="2000" b="0" i="0" dirty="0">
              <a:solidFill>
                <a:srgbClr val="E3E3E3"/>
              </a:solidFill>
              <a:effectLst/>
              <a:latin typeface="Vazirmatn Light" pitchFamily="2" charset="-78"/>
              <a:cs typeface="Vazirmatn Light" pitchFamily="2" charset="-78"/>
            </a:endParaRPr>
          </a:p>
          <a:p>
            <a:pPr algn="just" rtl="1"/>
            <a:r>
              <a:rPr lang="en-US" sz="2000" b="0" dirty="0">
                <a:solidFill>
                  <a:srgbClr val="F9FAFB"/>
                </a:solidFill>
                <a:effectLst/>
                <a:latin typeface="Vazirmatn Light" pitchFamily="2" charset="-78"/>
                <a:cs typeface="Vazirmatn Light" pitchFamily="2" charset="-78"/>
              </a:rPr>
              <a:t>v0</a:t>
            </a:r>
            <a:r>
              <a:rPr lang="en-US" sz="2000" dirty="0">
                <a:solidFill>
                  <a:srgbClr val="F9FAFB"/>
                </a:solidFill>
                <a:latin typeface="Vazirmatn Light" pitchFamily="2" charset="-78"/>
                <a:cs typeface="Vazirmatn Light" pitchFamily="2" charset="-78"/>
              </a:rPr>
              <a:t>y</a:t>
            </a:r>
            <a:r>
              <a:rPr lang="en-US" sz="2000" b="0" dirty="0">
                <a:solidFill>
                  <a:srgbClr val="F9FAFB"/>
                </a:solidFill>
                <a:effectLst/>
                <a:latin typeface="Vazirmatn Light" pitchFamily="2" charset="-78"/>
                <a:cs typeface="Vazirmatn Light" pitchFamily="2" charset="-78"/>
              </a:rPr>
              <a:t>​=v0​sin</a:t>
            </a:r>
            <a:r>
              <a:rPr lang="el-GR" sz="2000" b="0" dirty="0">
                <a:solidFill>
                  <a:srgbClr val="E3E3E3"/>
                </a:solidFill>
                <a:effectLst/>
                <a:latin typeface="Courier New" panose="02070309020205020404" pitchFamily="49" charset="0"/>
                <a:cs typeface="Vazirmatn Light" pitchFamily="2" charset="-78"/>
              </a:rPr>
              <a:t>θ</a:t>
            </a:r>
            <a:endParaRPr lang="fa-IR" sz="2000" dirty="0">
              <a:solidFill>
                <a:schemeClr val="bg1">
                  <a:lumMod val="95000"/>
                </a:schemeClr>
              </a:solidFill>
              <a:latin typeface="Vazirmatn Light" pitchFamily="2" charset="-78"/>
              <a:cs typeface="Vazirmatn Light" pitchFamily="2" charset="-78"/>
            </a:endParaRPr>
          </a:p>
          <a:p>
            <a:pPr algn="just" rtl="1"/>
            <a:r>
              <a:rPr lang="en-US" sz="2000" b="0" i="1" dirty="0" err="1">
                <a:solidFill>
                  <a:srgbClr val="F9FAFB"/>
                </a:solidFill>
                <a:effectLst/>
                <a:latin typeface="Vazirmatn Light" pitchFamily="2" charset="-78"/>
                <a:cs typeface="Vazirmatn Light" pitchFamily="2" charset="-78"/>
              </a:rPr>
              <a:t>vx</a:t>
            </a:r>
            <a:r>
              <a:rPr lang="en-US" sz="2000" b="0" i="0" dirty="0">
                <a:solidFill>
                  <a:srgbClr val="F9FAFB"/>
                </a:solidFill>
                <a:effectLst/>
                <a:latin typeface="Vazirmatn Light" pitchFamily="2" charset="-78"/>
                <a:cs typeface="Vazirmatn Light" pitchFamily="2" charset="-78"/>
              </a:rPr>
              <a:t>​=</a:t>
            </a:r>
            <a:r>
              <a:rPr lang="en-US" sz="2000" b="0" i="1" dirty="0">
                <a:solidFill>
                  <a:srgbClr val="F9FAFB"/>
                </a:solidFill>
                <a:effectLst/>
                <a:latin typeface="Vazirmatn Light" pitchFamily="2" charset="-78"/>
                <a:cs typeface="Vazirmatn Light" pitchFamily="2" charset="-78"/>
              </a:rPr>
              <a:t>v</a:t>
            </a:r>
            <a:r>
              <a:rPr lang="en-US" sz="2000" b="0" i="0" dirty="0">
                <a:solidFill>
                  <a:srgbClr val="F9FAFB"/>
                </a:solidFill>
                <a:effectLst/>
                <a:latin typeface="Vazirmatn Light" pitchFamily="2" charset="-78"/>
                <a:cs typeface="Vazirmatn Light" pitchFamily="2" charset="-78"/>
              </a:rPr>
              <a:t>0</a:t>
            </a:r>
            <a:r>
              <a:rPr lang="en-US" sz="2000" b="0" i="1" dirty="0">
                <a:solidFill>
                  <a:srgbClr val="F9FAFB"/>
                </a:solidFill>
                <a:effectLst/>
                <a:latin typeface="Vazirmatn Light" pitchFamily="2" charset="-78"/>
                <a:cs typeface="Vazirmatn Light" pitchFamily="2" charset="-78"/>
              </a:rPr>
              <a:t>x</a:t>
            </a:r>
            <a:r>
              <a:rPr lang="en-US" sz="2000" b="0" i="0" dirty="0">
                <a:solidFill>
                  <a:srgbClr val="F9FAFB"/>
                </a:solidFill>
                <a:effectLst/>
                <a:latin typeface="Vazirmatn Light" pitchFamily="2" charset="-78"/>
                <a:cs typeface="Vazirmatn Light" pitchFamily="2" charset="-78"/>
              </a:rPr>
              <a:t>​=</a:t>
            </a:r>
            <a:r>
              <a:rPr lang="en-US" sz="2000" b="0" i="1" dirty="0">
                <a:solidFill>
                  <a:srgbClr val="F9FAFB"/>
                </a:solidFill>
                <a:effectLst/>
                <a:latin typeface="Vazirmatn Light" pitchFamily="2" charset="-78"/>
                <a:cs typeface="Vazirmatn Light" pitchFamily="2" charset="-78"/>
              </a:rPr>
              <a:t>v</a:t>
            </a:r>
            <a:r>
              <a:rPr lang="en-US" sz="2000" b="0" i="0" dirty="0">
                <a:solidFill>
                  <a:srgbClr val="F9FAFB"/>
                </a:solidFill>
                <a:effectLst/>
                <a:latin typeface="Vazirmatn Light" pitchFamily="2" charset="-78"/>
                <a:cs typeface="Vazirmatn Light" pitchFamily="2" charset="-78"/>
              </a:rPr>
              <a:t>0​cos</a:t>
            </a:r>
            <a:r>
              <a:rPr lang="el-GR" sz="2000" b="0" i="0" dirty="0">
                <a:solidFill>
                  <a:srgbClr val="E3E3E3"/>
                </a:solidFill>
                <a:effectLst/>
                <a:latin typeface="Courier New" panose="02070309020205020404" pitchFamily="49" charset="0"/>
                <a:cs typeface="Vazirmatn Light" pitchFamily="2" charset="-78"/>
              </a:rPr>
              <a:t>θ</a:t>
            </a:r>
            <a:endParaRPr lang="fa-IR" sz="2000" dirty="0">
              <a:solidFill>
                <a:schemeClr val="bg1">
                  <a:lumMod val="95000"/>
                </a:schemeClr>
              </a:solidFill>
              <a:latin typeface="Vazirmatn Light" pitchFamily="2" charset="-78"/>
              <a:cs typeface="Vazirmatn Light" pitchFamily="2" charset="-78"/>
            </a:endParaRPr>
          </a:p>
          <a:p>
            <a:pPr algn="just" rtl="1"/>
            <a:r>
              <a:rPr lang="en-US" sz="2000" b="0" dirty="0">
                <a:solidFill>
                  <a:srgbClr val="F9FAFB"/>
                </a:solidFill>
                <a:effectLst/>
                <a:latin typeface="Vazirmatn Light" pitchFamily="2" charset="-78"/>
                <a:cs typeface="Vazirmatn Light" pitchFamily="2" charset="-78"/>
              </a:rPr>
              <a:t>x=x0​+v0x​t</a:t>
            </a:r>
            <a:endParaRPr lang="fa-IR" sz="2000" b="0" dirty="0">
              <a:solidFill>
                <a:srgbClr val="F9FAFB"/>
              </a:solidFill>
              <a:effectLst/>
              <a:latin typeface="Vazirmatn Light" pitchFamily="2" charset="-78"/>
              <a:cs typeface="Vazirmatn Light" pitchFamily="2" charset="-78"/>
            </a:endParaRPr>
          </a:p>
          <a:p>
            <a:pPr algn="just" rtl="1"/>
            <a:endParaRPr lang="fa-IR" sz="2000" dirty="0">
              <a:solidFill>
                <a:schemeClr val="bg1">
                  <a:lumMod val="95000"/>
                </a:schemeClr>
              </a:solidFill>
              <a:latin typeface="Vazirmatn Light" pitchFamily="2" charset="-78"/>
              <a:cs typeface="Vazirmatn Light" pitchFamily="2" charset="-78"/>
            </a:endParaRPr>
          </a:p>
        </p:txBody>
      </p:sp>
      <mc:AlternateContent xmlns:mc="http://schemas.openxmlformats.org/markup-compatibility/2006">
        <mc:Choice xmlns:a14="http://schemas.microsoft.com/office/drawing/2010/main" Requires="a14">
          <p:sp>
            <p:nvSpPr>
              <p:cNvPr id="18" name="TextBox 17">
                <a:extLst>
                  <a:ext uri="{FF2B5EF4-FFF2-40B4-BE49-F238E27FC236}">
                    <a16:creationId xmlns:a16="http://schemas.microsoft.com/office/drawing/2014/main" id="{BEB59FCB-64EF-4858-AC70-F63E4EA39253}"/>
                  </a:ext>
                </a:extLst>
              </p:cNvPr>
              <p:cNvSpPr txBox="1"/>
              <p:nvPr/>
            </p:nvSpPr>
            <p:spPr>
              <a:xfrm>
                <a:off x="13770279" y="2160988"/>
                <a:ext cx="2746634" cy="1015663"/>
              </a:xfrm>
              <a:prstGeom prst="rect">
                <a:avLst/>
              </a:prstGeom>
              <a:noFill/>
            </p:spPr>
            <p:txBody>
              <a:bodyPr wrap="square" rtlCol="1">
                <a:spAutoFit/>
              </a:bodyPr>
              <a:lstStyle/>
              <a:p>
                <a:pPr rtl="1"/>
                <a:r>
                  <a:rPr lang="es-ES" sz="2000" b="0" dirty="0">
                    <a:solidFill>
                      <a:srgbClr val="F9FAFB"/>
                    </a:solidFill>
                    <a:effectLst/>
                    <a:latin typeface="Vazirmatn Light" pitchFamily="2" charset="-78"/>
                    <a:cs typeface="Vazirmatn Light" pitchFamily="2" charset="-78"/>
                  </a:rPr>
                  <a:t>vy​=v0y​−</a:t>
                </a:r>
                <a:r>
                  <a:rPr lang="es-ES" sz="2000" b="0" dirty="0" err="1">
                    <a:solidFill>
                      <a:srgbClr val="F9FAFB"/>
                    </a:solidFill>
                    <a:effectLst/>
                    <a:latin typeface="Vazirmatn Light" pitchFamily="2" charset="-78"/>
                    <a:cs typeface="Vazirmatn Light" pitchFamily="2" charset="-78"/>
                  </a:rPr>
                  <a:t>gt</a:t>
                </a:r>
                <a:r>
                  <a:rPr lang="es-ES" sz="2000" b="0" dirty="0">
                    <a:solidFill>
                      <a:srgbClr val="F9FAFB"/>
                    </a:solidFill>
                    <a:effectLst/>
                    <a:latin typeface="Vazirmatn Light" pitchFamily="2" charset="-78"/>
                    <a:cs typeface="Vazirmatn Light" pitchFamily="2" charset="-78"/>
                  </a:rPr>
                  <a:t>=v0​sin</a:t>
                </a:r>
                <a:r>
                  <a:rPr lang="el-GR" sz="2000" b="0" dirty="0">
                    <a:solidFill>
                      <a:srgbClr val="E3E3E3"/>
                    </a:solidFill>
                    <a:effectLst/>
                    <a:latin typeface="Courier New" panose="02070309020205020404" pitchFamily="49" charset="0"/>
                    <a:cs typeface="Vazirmatn Light" pitchFamily="2" charset="-78"/>
                  </a:rPr>
                  <a:t>θ</a:t>
                </a:r>
                <a:r>
                  <a:rPr lang="es-ES" sz="2000" b="0" dirty="0">
                    <a:solidFill>
                      <a:srgbClr val="F9FAFB"/>
                    </a:solidFill>
                    <a:effectLst/>
                    <a:latin typeface="Vazirmatn Light" pitchFamily="2" charset="-78"/>
                    <a:cs typeface="Vazirmatn Light" pitchFamily="2" charset="-78"/>
                  </a:rPr>
                  <a:t>−</a:t>
                </a:r>
                <a:r>
                  <a:rPr lang="es-ES" sz="2000" b="0" dirty="0" err="1">
                    <a:solidFill>
                      <a:srgbClr val="F9FAFB"/>
                    </a:solidFill>
                    <a:effectLst/>
                    <a:latin typeface="Vazirmatn Light" pitchFamily="2" charset="-78"/>
                    <a:cs typeface="Vazirmatn Light" pitchFamily="2" charset="-78"/>
                  </a:rPr>
                  <a:t>gt</a:t>
                </a:r>
                <a:br>
                  <a:rPr lang="es-ES" sz="2000" b="0" dirty="0">
                    <a:solidFill>
                      <a:srgbClr val="F9FAFB"/>
                    </a:solidFill>
                    <a:effectLst/>
                    <a:latin typeface="Vazirmatn Light" pitchFamily="2" charset="-78"/>
                    <a:cs typeface="Vazirmatn Light" pitchFamily="2" charset="-78"/>
                  </a:rPr>
                </a:br>
                <a:r>
                  <a:rPr lang="es-ES" sz="2000" b="0" dirty="0">
                    <a:solidFill>
                      <a:srgbClr val="F9FAFB"/>
                    </a:solidFill>
                    <a:effectLst/>
                    <a:latin typeface="Vazirmatn Light" pitchFamily="2" charset="-78"/>
                    <a:cs typeface="Vazirmatn Light" pitchFamily="2" charset="-78"/>
                  </a:rPr>
                  <a:t>y=y0+v0y×t−12g</a:t>
                </a:r>
                <a14:m>
                  <m:oMath xmlns:m="http://schemas.openxmlformats.org/officeDocument/2006/math">
                    <m:sSup>
                      <m:sSupPr>
                        <m:ctrlPr>
                          <a:rPr lang="es-ES" sz="2000" b="0" i="1" smtClean="0">
                            <a:solidFill>
                              <a:srgbClr val="F9FAFB"/>
                            </a:solidFill>
                            <a:effectLst/>
                            <a:latin typeface="Cambria Math" panose="02040503050406030204" pitchFamily="18" charset="0"/>
                          </a:rPr>
                        </m:ctrlPr>
                      </m:sSupPr>
                      <m:e>
                        <m:r>
                          <a:rPr lang="en-US" sz="2000" b="0" i="1" smtClean="0">
                            <a:solidFill>
                              <a:srgbClr val="F9FAFB"/>
                            </a:solidFill>
                            <a:effectLst/>
                            <a:latin typeface="Cambria Math" panose="02040503050406030204" pitchFamily="18" charset="0"/>
                          </a:rPr>
                          <m:t>𝑡</m:t>
                        </m:r>
                      </m:e>
                      <m:sup>
                        <m:r>
                          <a:rPr lang="es-ES" sz="2000" b="0" i="1" smtClean="0">
                            <a:solidFill>
                              <a:srgbClr val="F9FAFB"/>
                            </a:solidFill>
                            <a:effectLst/>
                            <a:latin typeface="Cambria Math" panose="02040503050406030204" pitchFamily="18" charset="0"/>
                          </a:rPr>
                          <m:t>2</m:t>
                        </m:r>
                      </m:sup>
                    </m:sSup>
                  </m:oMath>
                </a14:m>
                <a:br>
                  <a:rPr lang="es-ES" sz="2000" dirty="0">
                    <a:latin typeface="Vazirmatn Light" pitchFamily="2" charset="-78"/>
                    <a:cs typeface="Vazirmatn Light" pitchFamily="2" charset="-78"/>
                  </a:rPr>
                </a:br>
                <a:endParaRPr lang="fa-IR" sz="2000" dirty="0">
                  <a:solidFill>
                    <a:schemeClr val="bg1">
                      <a:lumMod val="95000"/>
                    </a:schemeClr>
                  </a:solidFill>
                  <a:latin typeface="Vazirmatn Light" pitchFamily="2" charset="-78"/>
                  <a:cs typeface="Vazirmatn Light" pitchFamily="2" charset="-78"/>
                </a:endParaRPr>
              </a:p>
            </p:txBody>
          </p:sp>
        </mc:Choice>
        <mc:Fallback>
          <p:sp>
            <p:nvSpPr>
              <p:cNvPr id="18" name="TextBox 17">
                <a:extLst>
                  <a:ext uri="{FF2B5EF4-FFF2-40B4-BE49-F238E27FC236}">
                    <a16:creationId xmlns:a16="http://schemas.microsoft.com/office/drawing/2014/main" id="{BEB59FCB-64EF-4858-AC70-F63E4EA39253}"/>
                  </a:ext>
                </a:extLst>
              </p:cNvPr>
              <p:cNvSpPr txBox="1">
                <a:spLocks noRot="1" noChangeAspect="1" noMove="1" noResize="1" noEditPoints="1" noAdjustHandles="1" noChangeArrowheads="1" noChangeShapeType="1" noTextEdit="1"/>
              </p:cNvSpPr>
              <p:nvPr/>
            </p:nvSpPr>
            <p:spPr>
              <a:xfrm>
                <a:off x="13770279" y="2160988"/>
                <a:ext cx="2746634" cy="1015663"/>
              </a:xfrm>
              <a:prstGeom prst="rect">
                <a:avLst/>
              </a:prstGeom>
              <a:blipFill>
                <a:blip r:embed="rId5"/>
                <a:stretch>
                  <a:fillRect l="-4889" t="-4192" b="-9581"/>
                </a:stretch>
              </a:blipFill>
            </p:spPr>
            <p:txBody>
              <a:bodyPr/>
              <a:lstStyle/>
              <a:p>
                <a:r>
                  <a:rPr lang="fa-IR">
                    <a:noFill/>
                  </a:rPr>
                  <a:t> </a:t>
                </a:r>
              </a:p>
            </p:txBody>
          </p:sp>
        </mc:Fallback>
      </mc:AlternateContent>
      <p:sp>
        <p:nvSpPr>
          <p:cNvPr id="19" name="TextBox 18">
            <a:extLst>
              <a:ext uri="{FF2B5EF4-FFF2-40B4-BE49-F238E27FC236}">
                <a16:creationId xmlns:a16="http://schemas.microsoft.com/office/drawing/2014/main" id="{22C7AEE7-CA14-44BA-B19B-2A6F8B175452}"/>
              </a:ext>
            </a:extLst>
          </p:cNvPr>
          <p:cNvSpPr txBox="1"/>
          <p:nvPr/>
        </p:nvSpPr>
        <p:spPr>
          <a:xfrm>
            <a:off x="8257840" y="1637014"/>
            <a:ext cx="3808716" cy="830997"/>
          </a:xfrm>
          <a:prstGeom prst="rect">
            <a:avLst/>
          </a:prstGeom>
          <a:noFill/>
        </p:spPr>
        <p:txBody>
          <a:bodyPr wrap="square" rtlCol="1">
            <a:spAutoFit/>
          </a:bodyPr>
          <a:lstStyle/>
          <a:p>
            <a:pPr algn="justLow" rtl="1"/>
            <a:r>
              <a:rPr lang="fa-IR" sz="2400" dirty="0">
                <a:solidFill>
                  <a:schemeClr val="bg1">
                    <a:lumMod val="95000"/>
                  </a:schemeClr>
                </a:solidFill>
                <a:latin typeface="Vazirmatn Light" pitchFamily="2" charset="-78"/>
                <a:cs typeface="Vazirmatn Light" pitchFamily="2" charset="-78"/>
              </a:rPr>
              <a:t>عبارت است از انرژی پتانسیل وابسته به نیروی گرانشی</a:t>
            </a:r>
          </a:p>
        </p:txBody>
      </p:sp>
      <p:sp>
        <p:nvSpPr>
          <p:cNvPr id="10" name="TextBox 9">
            <a:extLst>
              <a:ext uri="{FF2B5EF4-FFF2-40B4-BE49-F238E27FC236}">
                <a16:creationId xmlns:a16="http://schemas.microsoft.com/office/drawing/2014/main" id="{83E49A0F-8A80-4F92-9206-CC631DA7B206}"/>
              </a:ext>
            </a:extLst>
          </p:cNvPr>
          <p:cNvSpPr txBox="1"/>
          <p:nvPr/>
        </p:nvSpPr>
        <p:spPr>
          <a:xfrm>
            <a:off x="-4251474" y="1071263"/>
            <a:ext cx="3493264" cy="646331"/>
          </a:xfrm>
          <a:prstGeom prst="rect">
            <a:avLst/>
          </a:prstGeom>
          <a:noFill/>
        </p:spPr>
        <p:txBody>
          <a:bodyPr wrap="none" rtlCol="1">
            <a:spAutoFit/>
          </a:bodyPr>
          <a:lstStyle/>
          <a:p>
            <a:r>
              <a:rPr lang="fa-IR" sz="3600" dirty="0">
                <a:solidFill>
                  <a:schemeClr val="bg1"/>
                </a:solidFill>
                <a:latin typeface="Vazirmatn Medium" pitchFamily="2" charset="-78"/>
                <a:cs typeface="Vazirmatn Medium" pitchFamily="2" charset="-78"/>
              </a:rPr>
              <a:t>آزمایش سقوط آزاد</a:t>
            </a:r>
          </a:p>
        </p:txBody>
      </p:sp>
      <p:sp>
        <p:nvSpPr>
          <p:cNvPr id="11" name="TextBox 10">
            <a:extLst>
              <a:ext uri="{FF2B5EF4-FFF2-40B4-BE49-F238E27FC236}">
                <a16:creationId xmlns:a16="http://schemas.microsoft.com/office/drawing/2014/main" id="{2F93675C-F388-4FCE-9FEE-D278B5C59F4E}"/>
              </a:ext>
            </a:extLst>
          </p:cNvPr>
          <p:cNvSpPr txBox="1"/>
          <p:nvPr/>
        </p:nvSpPr>
        <p:spPr>
          <a:xfrm>
            <a:off x="-6542317" y="1772126"/>
            <a:ext cx="5806440" cy="1631216"/>
          </a:xfrm>
          <a:prstGeom prst="rect">
            <a:avLst/>
          </a:prstGeom>
          <a:noFill/>
        </p:spPr>
        <p:txBody>
          <a:bodyPr wrap="square" rtlCol="1">
            <a:spAutoFit/>
          </a:bodyPr>
          <a:lstStyle/>
          <a:p>
            <a:pPr algn="just" rtl="1"/>
            <a:r>
              <a:rPr lang="fa-IR" sz="2000" dirty="0">
                <a:solidFill>
                  <a:schemeClr val="bg1">
                    <a:lumMod val="95000"/>
                  </a:schemeClr>
                </a:solidFill>
                <a:latin typeface="Vazirmatn Light" pitchFamily="2" charset="-78"/>
                <a:cs typeface="Vazirmatn Light" pitchFamily="2" charset="-78"/>
              </a:rPr>
              <a:t> به سقوطی که مقاومت (اصطکاک) هوا در آن‌ها وجود ندارد. به این حالت (بدون مقاومت هوا)، حرکت سقوط آزاد گفته می‌شود. در این حالت نیرو گرانشی باعث می‌شود که اجسام به سمت مرکز زمین با شتاب ثابت گرانشی سقوط کنند.</a:t>
            </a:r>
          </a:p>
        </p:txBody>
      </p:sp>
      <p:sp>
        <p:nvSpPr>
          <p:cNvPr id="12" name="TextBox 11">
            <a:extLst>
              <a:ext uri="{FF2B5EF4-FFF2-40B4-BE49-F238E27FC236}">
                <a16:creationId xmlns:a16="http://schemas.microsoft.com/office/drawing/2014/main" id="{5C0E2614-5F43-4ECC-8125-BD9D0F326EB0}"/>
              </a:ext>
            </a:extLst>
          </p:cNvPr>
          <p:cNvSpPr txBox="1"/>
          <p:nvPr/>
        </p:nvSpPr>
        <p:spPr>
          <a:xfrm>
            <a:off x="15888795" y="1023914"/>
            <a:ext cx="2441694" cy="646331"/>
          </a:xfrm>
          <a:prstGeom prst="rect">
            <a:avLst/>
          </a:prstGeom>
          <a:noFill/>
        </p:spPr>
        <p:txBody>
          <a:bodyPr wrap="none" rtlCol="1">
            <a:spAutoFit/>
          </a:bodyPr>
          <a:lstStyle/>
          <a:p>
            <a:r>
              <a:rPr lang="fa-IR" sz="3600" dirty="0">
                <a:solidFill>
                  <a:schemeClr val="bg1"/>
                </a:solidFill>
                <a:latin typeface="Vazirmatn Medium" pitchFamily="2" charset="-78"/>
                <a:cs typeface="Vazirmatn Medium" pitchFamily="2" charset="-78"/>
              </a:rPr>
              <a:t>مسئله ی کار</a:t>
            </a:r>
          </a:p>
        </p:txBody>
      </p:sp>
      <p:sp>
        <p:nvSpPr>
          <p:cNvPr id="13" name="TextBox 12">
            <a:extLst>
              <a:ext uri="{FF2B5EF4-FFF2-40B4-BE49-F238E27FC236}">
                <a16:creationId xmlns:a16="http://schemas.microsoft.com/office/drawing/2014/main" id="{438C08DE-C924-4B3D-A502-4AA2518ACA29}"/>
              </a:ext>
            </a:extLst>
          </p:cNvPr>
          <p:cNvSpPr txBox="1"/>
          <p:nvPr/>
        </p:nvSpPr>
        <p:spPr>
          <a:xfrm>
            <a:off x="12942962" y="1848192"/>
            <a:ext cx="5387528" cy="1200329"/>
          </a:xfrm>
          <a:prstGeom prst="rect">
            <a:avLst/>
          </a:prstGeom>
          <a:noFill/>
        </p:spPr>
        <p:txBody>
          <a:bodyPr wrap="square" rtlCol="1">
            <a:spAutoFit/>
          </a:bodyPr>
          <a:lstStyle/>
          <a:p>
            <a:pPr algn="just" rtl="1"/>
            <a:r>
              <a:rPr lang="fa-IR" dirty="0">
                <a:solidFill>
                  <a:schemeClr val="bg1">
                    <a:lumMod val="95000"/>
                  </a:schemeClr>
                </a:solidFill>
                <a:latin typeface="Vazirmatn Light" pitchFamily="2" charset="-78"/>
                <a:cs typeface="Vazirmatn Light" pitchFamily="2" charset="-78"/>
              </a:rPr>
              <a:t>در علم فیزیک، انجام کار نوعی انتقال انرژی است که با اعمال یک نیروی مشخصی به جسم و جابجا کردن آن انجام می‌شود. بنابراین فرمول کار در فیزیک از ضرب کردن نیروی وارد بر جسم در جابجایی آن به‌دست می‌آید</a:t>
            </a:r>
          </a:p>
        </p:txBody>
      </p:sp>
      <p:sp>
        <p:nvSpPr>
          <p:cNvPr id="14" name="TextBox 13">
            <a:extLst>
              <a:ext uri="{FF2B5EF4-FFF2-40B4-BE49-F238E27FC236}">
                <a16:creationId xmlns:a16="http://schemas.microsoft.com/office/drawing/2014/main" id="{1927B6D4-DA0B-4C6C-A666-1113613CD511}"/>
              </a:ext>
            </a:extLst>
          </p:cNvPr>
          <p:cNvSpPr txBox="1"/>
          <p:nvPr/>
        </p:nvSpPr>
        <p:spPr>
          <a:xfrm>
            <a:off x="13056597" y="787729"/>
            <a:ext cx="4575291" cy="646331"/>
          </a:xfrm>
          <a:prstGeom prst="rect">
            <a:avLst/>
          </a:prstGeom>
          <a:noFill/>
        </p:spPr>
        <p:txBody>
          <a:bodyPr wrap="none" rtlCol="1">
            <a:spAutoFit/>
          </a:bodyPr>
          <a:lstStyle/>
          <a:p>
            <a:r>
              <a:rPr lang="fa-IR" sz="3600" dirty="0">
                <a:solidFill>
                  <a:schemeClr val="bg1"/>
                </a:solidFill>
                <a:latin typeface="Vazirmatn Medium" pitchFamily="2" charset="-78"/>
                <a:cs typeface="Vazirmatn Medium" pitchFamily="2" charset="-78"/>
              </a:rPr>
              <a:t>فرمول های مسئله ی کار</a:t>
            </a:r>
          </a:p>
        </p:txBody>
      </p:sp>
      <p:sp>
        <p:nvSpPr>
          <p:cNvPr id="16" name="TextBox 15">
            <a:extLst>
              <a:ext uri="{FF2B5EF4-FFF2-40B4-BE49-F238E27FC236}">
                <a16:creationId xmlns:a16="http://schemas.microsoft.com/office/drawing/2014/main" id="{9A5A673E-41BD-4244-8D96-F4EA1504DA06}"/>
              </a:ext>
            </a:extLst>
          </p:cNvPr>
          <p:cNvSpPr txBox="1"/>
          <p:nvPr/>
        </p:nvSpPr>
        <p:spPr>
          <a:xfrm>
            <a:off x="15153905" y="1637014"/>
            <a:ext cx="2477728" cy="584775"/>
          </a:xfrm>
          <a:prstGeom prst="rect">
            <a:avLst/>
          </a:prstGeom>
          <a:noFill/>
        </p:spPr>
        <p:txBody>
          <a:bodyPr wrap="square" rtlCol="1">
            <a:spAutoFit/>
          </a:bodyPr>
          <a:lstStyle/>
          <a:p>
            <a:pPr algn="just" rtl="1"/>
            <a:r>
              <a:rPr lang="en-US" sz="3200">
                <a:solidFill>
                  <a:schemeClr val="bg1">
                    <a:lumMod val="95000"/>
                  </a:schemeClr>
                </a:solidFill>
                <a:latin typeface="Vazirmatn Light" pitchFamily="2" charset="-78"/>
                <a:cs typeface="Vazirmatn Light" pitchFamily="2" charset="-78"/>
              </a:rPr>
              <a:t>W=Fdcos</a:t>
            </a:r>
            <a:r>
              <a:rPr lang="el-GR" sz="3200">
                <a:solidFill>
                  <a:schemeClr val="bg1">
                    <a:lumMod val="95000"/>
                  </a:schemeClr>
                </a:solidFill>
                <a:latin typeface="Vazirmatn Light" pitchFamily="2" charset="-78"/>
                <a:cs typeface="Vazirmatn Light" pitchFamily="2" charset="-78"/>
              </a:rPr>
              <a:t>θ</a:t>
            </a:r>
            <a:endParaRPr lang="fa-IR" sz="3200" dirty="0">
              <a:solidFill>
                <a:schemeClr val="bg1">
                  <a:lumMod val="95000"/>
                </a:schemeClr>
              </a:solidFill>
              <a:latin typeface="Vazirmatn Light" pitchFamily="2" charset="-78"/>
              <a:cs typeface="Vazirmatn Light" pitchFamily="2" charset="-78"/>
            </a:endParaRPr>
          </a:p>
        </p:txBody>
      </p:sp>
      <p:sp>
        <p:nvSpPr>
          <p:cNvPr id="20" name="TextBox 19">
            <a:extLst>
              <a:ext uri="{FF2B5EF4-FFF2-40B4-BE49-F238E27FC236}">
                <a16:creationId xmlns:a16="http://schemas.microsoft.com/office/drawing/2014/main" id="{2A4FD70E-E52E-4421-8A6B-8188BA4B2608}"/>
              </a:ext>
            </a:extLst>
          </p:cNvPr>
          <p:cNvSpPr txBox="1"/>
          <p:nvPr/>
        </p:nvSpPr>
        <p:spPr>
          <a:xfrm>
            <a:off x="6781545" y="-2653874"/>
            <a:ext cx="5333511" cy="646331"/>
          </a:xfrm>
          <a:prstGeom prst="rect">
            <a:avLst/>
          </a:prstGeom>
          <a:noFill/>
        </p:spPr>
        <p:txBody>
          <a:bodyPr wrap="none" rtlCol="1">
            <a:spAutoFit/>
          </a:bodyPr>
          <a:lstStyle/>
          <a:p>
            <a:r>
              <a:rPr lang="fa-IR" sz="3600" dirty="0">
                <a:solidFill>
                  <a:schemeClr val="bg1"/>
                </a:solidFill>
                <a:latin typeface="Vazirmatn Medium" pitchFamily="2" charset="-78"/>
                <a:cs typeface="Vazirmatn Medium" pitchFamily="2" charset="-78"/>
              </a:rPr>
              <a:t>فرمول انرژی پتانسیل گرانشی</a:t>
            </a:r>
          </a:p>
        </p:txBody>
      </p:sp>
      <p:sp>
        <p:nvSpPr>
          <p:cNvPr id="21" name="TextBox 20">
            <a:extLst>
              <a:ext uri="{FF2B5EF4-FFF2-40B4-BE49-F238E27FC236}">
                <a16:creationId xmlns:a16="http://schemas.microsoft.com/office/drawing/2014/main" id="{1A3D9DDB-A7C2-49AD-87F1-7820AA61C521}"/>
              </a:ext>
            </a:extLst>
          </p:cNvPr>
          <p:cNvSpPr txBox="1"/>
          <p:nvPr/>
        </p:nvSpPr>
        <p:spPr>
          <a:xfrm>
            <a:off x="8252260" y="-1878721"/>
            <a:ext cx="3808716" cy="646331"/>
          </a:xfrm>
          <a:prstGeom prst="rect">
            <a:avLst/>
          </a:prstGeom>
          <a:noFill/>
        </p:spPr>
        <p:txBody>
          <a:bodyPr wrap="square" rtlCol="1">
            <a:spAutoFit/>
          </a:bodyPr>
          <a:lstStyle/>
          <a:p>
            <a:pPr algn="justLow" rtl="1"/>
            <a:r>
              <a:rPr lang="en-US" sz="3600" dirty="0">
                <a:solidFill>
                  <a:schemeClr val="bg1">
                    <a:lumMod val="95000"/>
                  </a:schemeClr>
                </a:solidFill>
                <a:latin typeface="Vazirmatn Light" pitchFamily="2" charset="-78"/>
                <a:cs typeface="Vazirmatn Light" pitchFamily="2" charset="-78"/>
              </a:rPr>
              <a:t>U=</a:t>
            </a:r>
            <a:r>
              <a:rPr lang="en-US" sz="3600" dirty="0" err="1">
                <a:solidFill>
                  <a:schemeClr val="bg1">
                    <a:lumMod val="95000"/>
                  </a:schemeClr>
                </a:solidFill>
                <a:latin typeface="Vazirmatn Light" pitchFamily="2" charset="-78"/>
                <a:cs typeface="Vazirmatn Light" pitchFamily="2" charset="-78"/>
              </a:rPr>
              <a:t>mgh</a:t>
            </a:r>
            <a:endParaRPr lang="fa-IR" sz="3600" dirty="0">
              <a:solidFill>
                <a:schemeClr val="bg1">
                  <a:lumMod val="95000"/>
                </a:schemeClr>
              </a:solidFill>
              <a:latin typeface="Vazirmatn Light" pitchFamily="2" charset="-78"/>
              <a:cs typeface="Vazirmatn Light" pitchFamily="2" charset="-78"/>
            </a:endParaRPr>
          </a:p>
        </p:txBody>
      </p:sp>
    </p:spTree>
    <p:extLst>
      <p:ext uri="{BB962C8B-B14F-4D97-AF65-F5344CB8AC3E}">
        <p14:creationId xmlns:p14="http://schemas.microsoft.com/office/powerpoint/2010/main" val="157795349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B73C9AC-13F7-8609-45D1-69E3E9B74AA6}"/>
              </a:ext>
            </a:extLst>
          </p:cNvPr>
          <p:cNvPicPr>
            <a:picLocks noChangeAspect="1"/>
          </p:cNvPicPr>
          <p:nvPr/>
        </p:nvPicPr>
        <p:blipFill rotWithShape="1">
          <a:blip r:embed="rId3">
            <a:extLst>
              <a:ext uri="{28A0092B-C50C-407E-A947-70E740481C1C}">
                <a14:useLocalDpi xmlns:a14="http://schemas.microsoft.com/office/drawing/2010/main" val="0"/>
              </a:ext>
            </a:extLst>
          </a:blip>
          <a:srcRect t="7802" b="7802"/>
          <a:stretch/>
        </p:blipFill>
        <p:spPr>
          <a:xfrm>
            <a:off x="0" y="0"/>
            <a:ext cx="12192000" cy="6858000"/>
          </a:xfrm>
          <a:prstGeom prst="rect">
            <a:avLst/>
          </a:prstGeom>
        </p:spPr>
      </p:pic>
      <p:pic>
        <p:nvPicPr>
          <p:cNvPr id="3" name="Picture 2">
            <a:extLst>
              <a:ext uri="{FF2B5EF4-FFF2-40B4-BE49-F238E27FC236}">
                <a16:creationId xmlns:a16="http://schemas.microsoft.com/office/drawing/2014/main" id="{124D0B5E-7088-4C43-BA64-129DC016FC8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85953" y="2109802"/>
            <a:ext cx="4628244" cy="2118235"/>
          </a:xfrm>
          <a:prstGeom prst="rect">
            <a:avLst/>
          </a:prstGeom>
        </p:spPr>
      </p:pic>
      <p:sp>
        <p:nvSpPr>
          <p:cNvPr id="32" name="TextBox 31">
            <a:extLst>
              <a:ext uri="{FF2B5EF4-FFF2-40B4-BE49-F238E27FC236}">
                <a16:creationId xmlns:a16="http://schemas.microsoft.com/office/drawing/2014/main" id="{8710D83E-91C6-42A5-A985-C86EC7F0B704}"/>
              </a:ext>
            </a:extLst>
          </p:cNvPr>
          <p:cNvSpPr txBox="1"/>
          <p:nvPr/>
        </p:nvSpPr>
        <p:spPr>
          <a:xfrm>
            <a:off x="6781545" y="748097"/>
            <a:ext cx="5333511" cy="646331"/>
          </a:xfrm>
          <a:prstGeom prst="rect">
            <a:avLst/>
          </a:prstGeom>
          <a:noFill/>
        </p:spPr>
        <p:txBody>
          <a:bodyPr wrap="none" rtlCol="1">
            <a:spAutoFit/>
          </a:bodyPr>
          <a:lstStyle/>
          <a:p>
            <a:r>
              <a:rPr lang="fa-IR" sz="3600" dirty="0">
                <a:solidFill>
                  <a:schemeClr val="bg1"/>
                </a:solidFill>
                <a:latin typeface="Vazirmatn Medium" pitchFamily="2" charset="-78"/>
                <a:cs typeface="Vazirmatn Medium" pitchFamily="2" charset="-78"/>
              </a:rPr>
              <a:t>فرمول انرژی پتانسیل گرانشی</a:t>
            </a:r>
          </a:p>
        </p:txBody>
      </p:sp>
      <p:sp>
        <p:nvSpPr>
          <p:cNvPr id="15" name="TextBox 14">
            <a:extLst>
              <a:ext uri="{FF2B5EF4-FFF2-40B4-BE49-F238E27FC236}">
                <a16:creationId xmlns:a16="http://schemas.microsoft.com/office/drawing/2014/main" id="{1C3EBA81-8414-4112-9454-1C247366C9AC}"/>
              </a:ext>
            </a:extLst>
          </p:cNvPr>
          <p:cNvSpPr txBox="1"/>
          <p:nvPr/>
        </p:nvSpPr>
        <p:spPr>
          <a:xfrm>
            <a:off x="15235643" y="1071264"/>
            <a:ext cx="4770858" cy="646331"/>
          </a:xfrm>
          <a:prstGeom prst="rect">
            <a:avLst/>
          </a:prstGeom>
          <a:noFill/>
        </p:spPr>
        <p:txBody>
          <a:bodyPr wrap="none" rtlCol="1">
            <a:spAutoFit/>
          </a:bodyPr>
          <a:lstStyle/>
          <a:p>
            <a:r>
              <a:rPr lang="fa-IR" sz="3600" dirty="0">
                <a:solidFill>
                  <a:schemeClr val="bg1"/>
                </a:solidFill>
                <a:latin typeface="Vazirmatn Medium" pitchFamily="2" charset="-78"/>
                <a:cs typeface="Vazirmatn Medium" pitchFamily="2" charset="-78"/>
              </a:rPr>
              <a:t>فرمول های آزمایش پرتابه</a:t>
            </a:r>
          </a:p>
        </p:txBody>
      </p:sp>
      <p:sp>
        <p:nvSpPr>
          <p:cNvPr id="17" name="TextBox 16">
            <a:extLst>
              <a:ext uri="{FF2B5EF4-FFF2-40B4-BE49-F238E27FC236}">
                <a16:creationId xmlns:a16="http://schemas.microsoft.com/office/drawing/2014/main" id="{DC37E9FC-D95D-4F79-BE96-266FCAF138A0}"/>
              </a:ext>
            </a:extLst>
          </p:cNvPr>
          <p:cNvSpPr txBox="1"/>
          <p:nvPr/>
        </p:nvSpPr>
        <p:spPr>
          <a:xfrm>
            <a:off x="16516913" y="2149413"/>
            <a:ext cx="2226840" cy="1631216"/>
          </a:xfrm>
          <a:prstGeom prst="rect">
            <a:avLst/>
          </a:prstGeom>
          <a:noFill/>
        </p:spPr>
        <p:txBody>
          <a:bodyPr wrap="square" rtlCol="1">
            <a:spAutoFit/>
          </a:bodyPr>
          <a:lstStyle/>
          <a:p>
            <a:pPr algn="just" rtl="1"/>
            <a:r>
              <a:rPr lang="en-US" sz="2000" b="0" i="1" dirty="0">
                <a:solidFill>
                  <a:srgbClr val="F9FAFB"/>
                </a:solidFill>
                <a:effectLst/>
                <a:latin typeface="Vazirmatn Light" pitchFamily="2" charset="-78"/>
                <a:cs typeface="Vazirmatn Light" pitchFamily="2" charset="-78"/>
              </a:rPr>
              <a:t>v</a:t>
            </a:r>
            <a:r>
              <a:rPr lang="en-US" sz="2000" b="0" i="0" dirty="0">
                <a:solidFill>
                  <a:srgbClr val="F9FAFB"/>
                </a:solidFill>
                <a:effectLst/>
                <a:latin typeface="Vazirmatn Light" pitchFamily="2" charset="-78"/>
                <a:cs typeface="Vazirmatn Light" pitchFamily="2" charset="-78"/>
              </a:rPr>
              <a:t>0</a:t>
            </a:r>
            <a:r>
              <a:rPr lang="en-US" sz="2000" b="0" i="1" dirty="0">
                <a:solidFill>
                  <a:srgbClr val="F9FAFB"/>
                </a:solidFill>
                <a:effectLst/>
                <a:latin typeface="Vazirmatn Light" pitchFamily="2" charset="-78"/>
                <a:cs typeface="Vazirmatn Light" pitchFamily="2" charset="-78"/>
              </a:rPr>
              <a:t>x</a:t>
            </a:r>
            <a:r>
              <a:rPr lang="en-US" sz="2000" b="0" i="0" dirty="0">
                <a:solidFill>
                  <a:srgbClr val="F9FAFB"/>
                </a:solidFill>
                <a:effectLst/>
                <a:latin typeface="Vazirmatn Light" pitchFamily="2" charset="-78"/>
                <a:cs typeface="Vazirmatn Light" pitchFamily="2" charset="-78"/>
              </a:rPr>
              <a:t>​=</a:t>
            </a:r>
            <a:r>
              <a:rPr lang="en-US" sz="2000" b="0" i="1" dirty="0">
                <a:solidFill>
                  <a:srgbClr val="F9FAFB"/>
                </a:solidFill>
                <a:effectLst/>
                <a:latin typeface="Vazirmatn Light" pitchFamily="2" charset="-78"/>
                <a:cs typeface="Vazirmatn Light" pitchFamily="2" charset="-78"/>
              </a:rPr>
              <a:t>v</a:t>
            </a:r>
            <a:r>
              <a:rPr lang="en-US" sz="2000" b="0" i="0" dirty="0">
                <a:solidFill>
                  <a:srgbClr val="F9FAFB"/>
                </a:solidFill>
                <a:effectLst/>
                <a:latin typeface="Vazirmatn Light" pitchFamily="2" charset="-78"/>
                <a:cs typeface="Vazirmatn Light" pitchFamily="2" charset="-78"/>
              </a:rPr>
              <a:t>0​cos</a:t>
            </a:r>
            <a:r>
              <a:rPr lang="el-GR" sz="2000" b="0" i="0" dirty="0">
                <a:solidFill>
                  <a:srgbClr val="E3E3E3"/>
                </a:solidFill>
                <a:effectLst/>
                <a:latin typeface="Courier New" panose="02070309020205020404" pitchFamily="49" charset="0"/>
                <a:cs typeface="Vazirmatn Light" pitchFamily="2" charset="-78"/>
              </a:rPr>
              <a:t>θ</a:t>
            </a:r>
            <a:endParaRPr lang="en-US" sz="2000" b="0" i="0" dirty="0">
              <a:solidFill>
                <a:srgbClr val="E3E3E3"/>
              </a:solidFill>
              <a:effectLst/>
              <a:latin typeface="Vazirmatn Light" pitchFamily="2" charset="-78"/>
              <a:cs typeface="Vazirmatn Light" pitchFamily="2" charset="-78"/>
            </a:endParaRPr>
          </a:p>
          <a:p>
            <a:pPr algn="just" rtl="1"/>
            <a:r>
              <a:rPr lang="en-US" sz="2000" b="0" dirty="0">
                <a:solidFill>
                  <a:srgbClr val="F9FAFB"/>
                </a:solidFill>
                <a:effectLst/>
                <a:latin typeface="Vazirmatn Light" pitchFamily="2" charset="-78"/>
                <a:cs typeface="Vazirmatn Light" pitchFamily="2" charset="-78"/>
              </a:rPr>
              <a:t>v0</a:t>
            </a:r>
            <a:r>
              <a:rPr lang="en-US" sz="2000" dirty="0">
                <a:solidFill>
                  <a:srgbClr val="F9FAFB"/>
                </a:solidFill>
                <a:latin typeface="Vazirmatn Light" pitchFamily="2" charset="-78"/>
                <a:cs typeface="Vazirmatn Light" pitchFamily="2" charset="-78"/>
              </a:rPr>
              <a:t>y</a:t>
            </a:r>
            <a:r>
              <a:rPr lang="en-US" sz="2000" b="0" dirty="0">
                <a:solidFill>
                  <a:srgbClr val="F9FAFB"/>
                </a:solidFill>
                <a:effectLst/>
                <a:latin typeface="Vazirmatn Light" pitchFamily="2" charset="-78"/>
                <a:cs typeface="Vazirmatn Light" pitchFamily="2" charset="-78"/>
              </a:rPr>
              <a:t>​=v0​sin</a:t>
            </a:r>
            <a:r>
              <a:rPr lang="el-GR" sz="2000" b="0" dirty="0">
                <a:solidFill>
                  <a:srgbClr val="E3E3E3"/>
                </a:solidFill>
                <a:effectLst/>
                <a:latin typeface="Courier New" panose="02070309020205020404" pitchFamily="49" charset="0"/>
                <a:cs typeface="Vazirmatn Light" pitchFamily="2" charset="-78"/>
              </a:rPr>
              <a:t>θ</a:t>
            </a:r>
            <a:endParaRPr lang="fa-IR" sz="2000" dirty="0">
              <a:solidFill>
                <a:schemeClr val="bg1">
                  <a:lumMod val="95000"/>
                </a:schemeClr>
              </a:solidFill>
              <a:latin typeface="Vazirmatn Light" pitchFamily="2" charset="-78"/>
              <a:cs typeface="Vazirmatn Light" pitchFamily="2" charset="-78"/>
            </a:endParaRPr>
          </a:p>
          <a:p>
            <a:pPr algn="just" rtl="1"/>
            <a:r>
              <a:rPr lang="en-US" sz="2000" b="0" i="1" dirty="0" err="1">
                <a:solidFill>
                  <a:srgbClr val="F9FAFB"/>
                </a:solidFill>
                <a:effectLst/>
                <a:latin typeface="Vazirmatn Light" pitchFamily="2" charset="-78"/>
                <a:cs typeface="Vazirmatn Light" pitchFamily="2" charset="-78"/>
              </a:rPr>
              <a:t>vx</a:t>
            </a:r>
            <a:r>
              <a:rPr lang="en-US" sz="2000" b="0" i="0" dirty="0">
                <a:solidFill>
                  <a:srgbClr val="F9FAFB"/>
                </a:solidFill>
                <a:effectLst/>
                <a:latin typeface="Vazirmatn Light" pitchFamily="2" charset="-78"/>
                <a:cs typeface="Vazirmatn Light" pitchFamily="2" charset="-78"/>
              </a:rPr>
              <a:t>​=</a:t>
            </a:r>
            <a:r>
              <a:rPr lang="en-US" sz="2000" b="0" i="1" dirty="0">
                <a:solidFill>
                  <a:srgbClr val="F9FAFB"/>
                </a:solidFill>
                <a:effectLst/>
                <a:latin typeface="Vazirmatn Light" pitchFamily="2" charset="-78"/>
                <a:cs typeface="Vazirmatn Light" pitchFamily="2" charset="-78"/>
              </a:rPr>
              <a:t>v</a:t>
            </a:r>
            <a:r>
              <a:rPr lang="en-US" sz="2000" b="0" i="0" dirty="0">
                <a:solidFill>
                  <a:srgbClr val="F9FAFB"/>
                </a:solidFill>
                <a:effectLst/>
                <a:latin typeface="Vazirmatn Light" pitchFamily="2" charset="-78"/>
                <a:cs typeface="Vazirmatn Light" pitchFamily="2" charset="-78"/>
              </a:rPr>
              <a:t>0</a:t>
            </a:r>
            <a:r>
              <a:rPr lang="en-US" sz="2000" b="0" i="1" dirty="0">
                <a:solidFill>
                  <a:srgbClr val="F9FAFB"/>
                </a:solidFill>
                <a:effectLst/>
                <a:latin typeface="Vazirmatn Light" pitchFamily="2" charset="-78"/>
                <a:cs typeface="Vazirmatn Light" pitchFamily="2" charset="-78"/>
              </a:rPr>
              <a:t>x</a:t>
            </a:r>
            <a:r>
              <a:rPr lang="en-US" sz="2000" b="0" i="0" dirty="0">
                <a:solidFill>
                  <a:srgbClr val="F9FAFB"/>
                </a:solidFill>
                <a:effectLst/>
                <a:latin typeface="Vazirmatn Light" pitchFamily="2" charset="-78"/>
                <a:cs typeface="Vazirmatn Light" pitchFamily="2" charset="-78"/>
              </a:rPr>
              <a:t>​=</a:t>
            </a:r>
            <a:r>
              <a:rPr lang="en-US" sz="2000" b="0" i="1" dirty="0">
                <a:solidFill>
                  <a:srgbClr val="F9FAFB"/>
                </a:solidFill>
                <a:effectLst/>
                <a:latin typeface="Vazirmatn Light" pitchFamily="2" charset="-78"/>
                <a:cs typeface="Vazirmatn Light" pitchFamily="2" charset="-78"/>
              </a:rPr>
              <a:t>v</a:t>
            </a:r>
            <a:r>
              <a:rPr lang="en-US" sz="2000" b="0" i="0" dirty="0">
                <a:solidFill>
                  <a:srgbClr val="F9FAFB"/>
                </a:solidFill>
                <a:effectLst/>
                <a:latin typeface="Vazirmatn Light" pitchFamily="2" charset="-78"/>
                <a:cs typeface="Vazirmatn Light" pitchFamily="2" charset="-78"/>
              </a:rPr>
              <a:t>0​cos</a:t>
            </a:r>
            <a:r>
              <a:rPr lang="el-GR" sz="2000" b="0" i="0" dirty="0">
                <a:solidFill>
                  <a:srgbClr val="E3E3E3"/>
                </a:solidFill>
                <a:effectLst/>
                <a:latin typeface="Courier New" panose="02070309020205020404" pitchFamily="49" charset="0"/>
                <a:cs typeface="Vazirmatn Light" pitchFamily="2" charset="-78"/>
              </a:rPr>
              <a:t>θ</a:t>
            </a:r>
            <a:endParaRPr lang="fa-IR" sz="2000" dirty="0">
              <a:solidFill>
                <a:schemeClr val="bg1">
                  <a:lumMod val="95000"/>
                </a:schemeClr>
              </a:solidFill>
              <a:latin typeface="Vazirmatn Light" pitchFamily="2" charset="-78"/>
              <a:cs typeface="Vazirmatn Light" pitchFamily="2" charset="-78"/>
            </a:endParaRPr>
          </a:p>
          <a:p>
            <a:pPr algn="just" rtl="1"/>
            <a:r>
              <a:rPr lang="en-US" sz="2000" b="0" dirty="0">
                <a:solidFill>
                  <a:srgbClr val="F9FAFB"/>
                </a:solidFill>
                <a:effectLst/>
                <a:latin typeface="Vazirmatn Light" pitchFamily="2" charset="-78"/>
                <a:cs typeface="Vazirmatn Light" pitchFamily="2" charset="-78"/>
              </a:rPr>
              <a:t>x=x0​+v0x​t</a:t>
            </a:r>
            <a:endParaRPr lang="fa-IR" sz="2000" b="0" dirty="0">
              <a:solidFill>
                <a:srgbClr val="F9FAFB"/>
              </a:solidFill>
              <a:effectLst/>
              <a:latin typeface="Vazirmatn Light" pitchFamily="2" charset="-78"/>
              <a:cs typeface="Vazirmatn Light" pitchFamily="2" charset="-78"/>
            </a:endParaRPr>
          </a:p>
          <a:p>
            <a:pPr algn="just" rtl="1"/>
            <a:endParaRPr lang="fa-IR" sz="2000" dirty="0">
              <a:solidFill>
                <a:schemeClr val="bg1">
                  <a:lumMod val="95000"/>
                </a:schemeClr>
              </a:solidFill>
              <a:latin typeface="Vazirmatn Light" pitchFamily="2" charset="-78"/>
              <a:cs typeface="Vazirmatn Light" pitchFamily="2" charset="-78"/>
            </a:endParaRPr>
          </a:p>
        </p:txBody>
      </p:sp>
      <mc:AlternateContent xmlns:mc="http://schemas.openxmlformats.org/markup-compatibility/2006">
        <mc:Choice xmlns:a14="http://schemas.microsoft.com/office/drawing/2010/main" Requires="a14">
          <p:sp>
            <p:nvSpPr>
              <p:cNvPr id="18" name="TextBox 17">
                <a:extLst>
                  <a:ext uri="{FF2B5EF4-FFF2-40B4-BE49-F238E27FC236}">
                    <a16:creationId xmlns:a16="http://schemas.microsoft.com/office/drawing/2014/main" id="{BEB59FCB-64EF-4858-AC70-F63E4EA39253}"/>
                  </a:ext>
                </a:extLst>
              </p:cNvPr>
              <p:cNvSpPr txBox="1"/>
              <p:nvPr/>
            </p:nvSpPr>
            <p:spPr>
              <a:xfrm>
                <a:off x="13770279" y="2160988"/>
                <a:ext cx="2746634" cy="1015663"/>
              </a:xfrm>
              <a:prstGeom prst="rect">
                <a:avLst/>
              </a:prstGeom>
              <a:noFill/>
            </p:spPr>
            <p:txBody>
              <a:bodyPr wrap="square" rtlCol="1">
                <a:spAutoFit/>
              </a:bodyPr>
              <a:lstStyle/>
              <a:p>
                <a:pPr rtl="1"/>
                <a:r>
                  <a:rPr lang="es-ES" sz="2000" b="0" dirty="0">
                    <a:solidFill>
                      <a:srgbClr val="F9FAFB"/>
                    </a:solidFill>
                    <a:effectLst/>
                    <a:latin typeface="Vazirmatn Light" pitchFamily="2" charset="-78"/>
                    <a:cs typeface="Vazirmatn Light" pitchFamily="2" charset="-78"/>
                  </a:rPr>
                  <a:t>vy​=v0y​−</a:t>
                </a:r>
                <a:r>
                  <a:rPr lang="es-ES" sz="2000" b="0" dirty="0" err="1">
                    <a:solidFill>
                      <a:srgbClr val="F9FAFB"/>
                    </a:solidFill>
                    <a:effectLst/>
                    <a:latin typeface="Vazirmatn Light" pitchFamily="2" charset="-78"/>
                    <a:cs typeface="Vazirmatn Light" pitchFamily="2" charset="-78"/>
                  </a:rPr>
                  <a:t>gt</a:t>
                </a:r>
                <a:r>
                  <a:rPr lang="es-ES" sz="2000" b="0" dirty="0">
                    <a:solidFill>
                      <a:srgbClr val="F9FAFB"/>
                    </a:solidFill>
                    <a:effectLst/>
                    <a:latin typeface="Vazirmatn Light" pitchFamily="2" charset="-78"/>
                    <a:cs typeface="Vazirmatn Light" pitchFamily="2" charset="-78"/>
                  </a:rPr>
                  <a:t>=v0​sin</a:t>
                </a:r>
                <a:r>
                  <a:rPr lang="el-GR" sz="2000" b="0" dirty="0">
                    <a:solidFill>
                      <a:srgbClr val="E3E3E3"/>
                    </a:solidFill>
                    <a:effectLst/>
                    <a:latin typeface="Courier New" panose="02070309020205020404" pitchFamily="49" charset="0"/>
                    <a:cs typeface="Vazirmatn Light" pitchFamily="2" charset="-78"/>
                  </a:rPr>
                  <a:t>θ</a:t>
                </a:r>
                <a:r>
                  <a:rPr lang="es-ES" sz="2000" b="0" dirty="0">
                    <a:solidFill>
                      <a:srgbClr val="F9FAFB"/>
                    </a:solidFill>
                    <a:effectLst/>
                    <a:latin typeface="Vazirmatn Light" pitchFamily="2" charset="-78"/>
                    <a:cs typeface="Vazirmatn Light" pitchFamily="2" charset="-78"/>
                  </a:rPr>
                  <a:t>−</a:t>
                </a:r>
                <a:r>
                  <a:rPr lang="es-ES" sz="2000" b="0" dirty="0" err="1">
                    <a:solidFill>
                      <a:srgbClr val="F9FAFB"/>
                    </a:solidFill>
                    <a:effectLst/>
                    <a:latin typeface="Vazirmatn Light" pitchFamily="2" charset="-78"/>
                    <a:cs typeface="Vazirmatn Light" pitchFamily="2" charset="-78"/>
                  </a:rPr>
                  <a:t>gt</a:t>
                </a:r>
                <a:br>
                  <a:rPr lang="es-ES" sz="2000" b="0" dirty="0">
                    <a:solidFill>
                      <a:srgbClr val="F9FAFB"/>
                    </a:solidFill>
                    <a:effectLst/>
                    <a:latin typeface="Vazirmatn Light" pitchFamily="2" charset="-78"/>
                    <a:cs typeface="Vazirmatn Light" pitchFamily="2" charset="-78"/>
                  </a:rPr>
                </a:br>
                <a:r>
                  <a:rPr lang="es-ES" sz="2000" b="0" dirty="0">
                    <a:solidFill>
                      <a:srgbClr val="F9FAFB"/>
                    </a:solidFill>
                    <a:effectLst/>
                    <a:latin typeface="Vazirmatn Light" pitchFamily="2" charset="-78"/>
                    <a:cs typeface="Vazirmatn Light" pitchFamily="2" charset="-78"/>
                  </a:rPr>
                  <a:t>y=y0+v0y×t−12g</a:t>
                </a:r>
                <a14:m>
                  <m:oMath xmlns:m="http://schemas.openxmlformats.org/officeDocument/2006/math">
                    <m:sSup>
                      <m:sSupPr>
                        <m:ctrlPr>
                          <a:rPr lang="es-ES" sz="2000" b="0" i="1" smtClean="0">
                            <a:solidFill>
                              <a:srgbClr val="F9FAFB"/>
                            </a:solidFill>
                            <a:effectLst/>
                            <a:latin typeface="Cambria Math" panose="02040503050406030204" pitchFamily="18" charset="0"/>
                          </a:rPr>
                        </m:ctrlPr>
                      </m:sSupPr>
                      <m:e>
                        <m:r>
                          <a:rPr lang="en-US" sz="2000" b="0" i="1" smtClean="0">
                            <a:solidFill>
                              <a:srgbClr val="F9FAFB"/>
                            </a:solidFill>
                            <a:effectLst/>
                            <a:latin typeface="Cambria Math" panose="02040503050406030204" pitchFamily="18" charset="0"/>
                          </a:rPr>
                          <m:t>𝑡</m:t>
                        </m:r>
                      </m:e>
                      <m:sup>
                        <m:r>
                          <a:rPr lang="es-ES" sz="2000" b="0" i="1" smtClean="0">
                            <a:solidFill>
                              <a:srgbClr val="F9FAFB"/>
                            </a:solidFill>
                            <a:effectLst/>
                            <a:latin typeface="Cambria Math" panose="02040503050406030204" pitchFamily="18" charset="0"/>
                          </a:rPr>
                          <m:t>2</m:t>
                        </m:r>
                      </m:sup>
                    </m:sSup>
                  </m:oMath>
                </a14:m>
                <a:br>
                  <a:rPr lang="es-ES" sz="2000" dirty="0">
                    <a:latin typeface="Vazirmatn Light" pitchFamily="2" charset="-78"/>
                    <a:cs typeface="Vazirmatn Light" pitchFamily="2" charset="-78"/>
                  </a:rPr>
                </a:br>
                <a:endParaRPr lang="fa-IR" sz="2000" dirty="0">
                  <a:solidFill>
                    <a:schemeClr val="bg1">
                      <a:lumMod val="95000"/>
                    </a:schemeClr>
                  </a:solidFill>
                  <a:latin typeface="Vazirmatn Light" pitchFamily="2" charset="-78"/>
                  <a:cs typeface="Vazirmatn Light" pitchFamily="2" charset="-78"/>
                </a:endParaRPr>
              </a:p>
            </p:txBody>
          </p:sp>
        </mc:Choice>
        <mc:Fallback>
          <p:sp>
            <p:nvSpPr>
              <p:cNvPr id="18" name="TextBox 17">
                <a:extLst>
                  <a:ext uri="{FF2B5EF4-FFF2-40B4-BE49-F238E27FC236}">
                    <a16:creationId xmlns:a16="http://schemas.microsoft.com/office/drawing/2014/main" id="{BEB59FCB-64EF-4858-AC70-F63E4EA39253}"/>
                  </a:ext>
                </a:extLst>
              </p:cNvPr>
              <p:cNvSpPr txBox="1">
                <a:spLocks noRot="1" noChangeAspect="1" noMove="1" noResize="1" noEditPoints="1" noAdjustHandles="1" noChangeArrowheads="1" noChangeShapeType="1" noTextEdit="1"/>
              </p:cNvSpPr>
              <p:nvPr/>
            </p:nvSpPr>
            <p:spPr>
              <a:xfrm>
                <a:off x="13770279" y="2160988"/>
                <a:ext cx="2746634" cy="1015663"/>
              </a:xfrm>
              <a:prstGeom prst="rect">
                <a:avLst/>
              </a:prstGeom>
              <a:blipFill>
                <a:blip r:embed="rId5"/>
                <a:stretch>
                  <a:fillRect l="-4889" t="-4192" b="-9581"/>
                </a:stretch>
              </a:blipFill>
            </p:spPr>
            <p:txBody>
              <a:bodyPr/>
              <a:lstStyle/>
              <a:p>
                <a:r>
                  <a:rPr lang="fa-IR">
                    <a:noFill/>
                  </a:rPr>
                  <a:t> </a:t>
                </a:r>
              </a:p>
            </p:txBody>
          </p:sp>
        </mc:Fallback>
      </mc:AlternateContent>
      <p:sp>
        <p:nvSpPr>
          <p:cNvPr id="19" name="TextBox 18">
            <a:extLst>
              <a:ext uri="{FF2B5EF4-FFF2-40B4-BE49-F238E27FC236}">
                <a16:creationId xmlns:a16="http://schemas.microsoft.com/office/drawing/2014/main" id="{22C7AEE7-CA14-44BA-B19B-2A6F8B175452}"/>
              </a:ext>
            </a:extLst>
          </p:cNvPr>
          <p:cNvSpPr txBox="1"/>
          <p:nvPr/>
        </p:nvSpPr>
        <p:spPr>
          <a:xfrm>
            <a:off x="8252260" y="1523250"/>
            <a:ext cx="3808716" cy="646331"/>
          </a:xfrm>
          <a:prstGeom prst="rect">
            <a:avLst/>
          </a:prstGeom>
          <a:noFill/>
        </p:spPr>
        <p:txBody>
          <a:bodyPr wrap="square" rtlCol="1">
            <a:spAutoFit/>
          </a:bodyPr>
          <a:lstStyle/>
          <a:p>
            <a:pPr algn="justLow" rtl="1"/>
            <a:r>
              <a:rPr lang="en-US" sz="3600" dirty="0">
                <a:solidFill>
                  <a:schemeClr val="bg1">
                    <a:lumMod val="95000"/>
                  </a:schemeClr>
                </a:solidFill>
                <a:latin typeface="Vazirmatn Light" pitchFamily="2" charset="-78"/>
                <a:cs typeface="Vazirmatn Light" pitchFamily="2" charset="-78"/>
              </a:rPr>
              <a:t>U=</a:t>
            </a:r>
            <a:r>
              <a:rPr lang="en-US" sz="3600" dirty="0" err="1">
                <a:solidFill>
                  <a:schemeClr val="bg1">
                    <a:lumMod val="95000"/>
                  </a:schemeClr>
                </a:solidFill>
                <a:latin typeface="Vazirmatn Light" pitchFamily="2" charset="-78"/>
                <a:cs typeface="Vazirmatn Light" pitchFamily="2" charset="-78"/>
              </a:rPr>
              <a:t>mgh</a:t>
            </a:r>
            <a:endParaRPr lang="fa-IR" sz="3600" dirty="0">
              <a:solidFill>
                <a:schemeClr val="bg1">
                  <a:lumMod val="95000"/>
                </a:schemeClr>
              </a:solidFill>
              <a:latin typeface="Vazirmatn Light" pitchFamily="2" charset="-78"/>
              <a:cs typeface="Vazirmatn Light" pitchFamily="2" charset="-78"/>
            </a:endParaRPr>
          </a:p>
        </p:txBody>
      </p:sp>
      <p:sp>
        <p:nvSpPr>
          <p:cNvPr id="10" name="TextBox 9">
            <a:extLst>
              <a:ext uri="{FF2B5EF4-FFF2-40B4-BE49-F238E27FC236}">
                <a16:creationId xmlns:a16="http://schemas.microsoft.com/office/drawing/2014/main" id="{83E49A0F-8A80-4F92-9206-CC631DA7B206}"/>
              </a:ext>
            </a:extLst>
          </p:cNvPr>
          <p:cNvSpPr txBox="1"/>
          <p:nvPr/>
        </p:nvSpPr>
        <p:spPr>
          <a:xfrm>
            <a:off x="-4251474" y="1071263"/>
            <a:ext cx="3493264" cy="646331"/>
          </a:xfrm>
          <a:prstGeom prst="rect">
            <a:avLst/>
          </a:prstGeom>
          <a:noFill/>
        </p:spPr>
        <p:txBody>
          <a:bodyPr wrap="none" rtlCol="1">
            <a:spAutoFit/>
          </a:bodyPr>
          <a:lstStyle/>
          <a:p>
            <a:r>
              <a:rPr lang="fa-IR" sz="3600" dirty="0">
                <a:solidFill>
                  <a:schemeClr val="bg1"/>
                </a:solidFill>
                <a:latin typeface="Vazirmatn Medium" pitchFamily="2" charset="-78"/>
                <a:cs typeface="Vazirmatn Medium" pitchFamily="2" charset="-78"/>
              </a:rPr>
              <a:t>آزمایش سقوط آزاد</a:t>
            </a:r>
          </a:p>
        </p:txBody>
      </p:sp>
      <p:sp>
        <p:nvSpPr>
          <p:cNvPr id="11" name="TextBox 10">
            <a:extLst>
              <a:ext uri="{FF2B5EF4-FFF2-40B4-BE49-F238E27FC236}">
                <a16:creationId xmlns:a16="http://schemas.microsoft.com/office/drawing/2014/main" id="{2F93675C-F388-4FCE-9FEE-D278B5C59F4E}"/>
              </a:ext>
            </a:extLst>
          </p:cNvPr>
          <p:cNvSpPr txBox="1"/>
          <p:nvPr/>
        </p:nvSpPr>
        <p:spPr>
          <a:xfrm>
            <a:off x="-6542317" y="1772126"/>
            <a:ext cx="5806440" cy="1631216"/>
          </a:xfrm>
          <a:prstGeom prst="rect">
            <a:avLst/>
          </a:prstGeom>
          <a:noFill/>
        </p:spPr>
        <p:txBody>
          <a:bodyPr wrap="square" rtlCol="1">
            <a:spAutoFit/>
          </a:bodyPr>
          <a:lstStyle/>
          <a:p>
            <a:pPr algn="just" rtl="1"/>
            <a:r>
              <a:rPr lang="fa-IR" sz="2000" dirty="0">
                <a:solidFill>
                  <a:schemeClr val="bg1">
                    <a:lumMod val="95000"/>
                  </a:schemeClr>
                </a:solidFill>
                <a:latin typeface="Vazirmatn Light" pitchFamily="2" charset="-78"/>
                <a:cs typeface="Vazirmatn Light" pitchFamily="2" charset="-78"/>
              </a:rPr>
              <a:t> به سقوطی که مقاومت (اصطکاک) هوا در آن‌ها وجود ندارد. به این حالت (بدون مقاومت هوا)، حرکت سقوط آزاد گفته می‌شود. در این حالت نیرو گرانشی باعث می‌شود که اجسام به سمت مرکز زمین با شتاب ثابت گرانشی سقوط کنند.</a:t>
            </a:r>
          </a:p>
        </p:txBody>
      </p:sp>
      <p:sp>
        <p:nvSpPr>
          <p:cNvPr id="12" name="TextBox 11">
            <a:extLst>
              <a:ext uri="{FF2B5EF4-FFF2-40B4-BE49-F238E27FC236}">
                <a16:creationId xmlns:a16="http://schemas.microsoft.com/office/drawing/2014/main" id="{5C0E2614-5F43-4ECC-8125-BD9D0F326EB0}"/>
              </a:ext>
            </a:extLst>
          </p:cNvPr>
          <p:cNvSpPr txBox="1"/>
          <p:nvPr/>
        </p:nvSpPr>
        <p:spPr>
          <a:xfrm>
            <a:off x="15888795" y="1023914"/>
            <a:ext cx="2441694" cy="646331"/>
          </a:xfrm>
          <a:prstGeom prst="rect">
            <a:avLst/>
          </a:prstGeom>
          <a:noFill/>
        </p:spPr>
        <p:txBody>
          <a:bodyPr wrap="none" rtlCol="1">
            <a:spAutoFit/>
          </a:bodyPr>
          <a:lstStyle/>
          <a:p>
            <a:r>
              <a:rPr lang="fa-IR" sz="3600" dirty="0">
                <a:solidFill>
                  <a:schemeClr val="bg1"/>
                </a:solidFill>
                <a:latin typeface="Vazirmatn Medium" pitchFamily="2" charset="-78"/>
                <a:cs typeface="Vazirmatn Medium" pitchFamily="2" charset="-78"/>
              </a:rPr>
              <a:t>مسئله ی کار</a:t>
            </a:r>
          </a:p>
        </p:txBody>
      </p:sp>
      <p:sp>
        <p:nvSpPr>
          <p:cNvPr id="13" name="TextBox 12">
            <a:extLst>
              <a:ext uri="{FF2B5EF4-FFF2-40B4-BE49-F238E27FC236}">
                <a16:creationId xmlns:a16="http://schemas.microsoft.com/office/drawing/2014/main" id="{438C08DE-C924-4B3D-A502-4AA2518ACA29}"/>
              </a:ext>
            </a:extLst>
          </p:cNvPr>
          <p:cNvSpPr txBox="1"/>
          <p:nvPr/>
        </p:nvSpPr>
        <p:spPr>
          <a:xfrm>
            <a:off x="12942962" y="1848192"/>
            <a:ext cx="5387528" cy="1200329"/>
          </a:xfrm>
          <a:prstGeom prst="rect">
            <a:avLst/>
          </a:prstGeom>
          <a:noFill/>
        </p:spPr>
        <p:txBody>
          <a:bodyPr wrap="square" rtlCol="1">
            <a:spAutoFit/>
          </a:bodyPr>
          <a:lstStyle/>
          <a:p>
            <a:pPr algn="just" rtl="1"/>
            <a:r>
              <a:rPr lang="fa-IR" dirty="0">
                <a:solidFill>
                  <a:schemeClr val="bg1">
                    <a:lumMod val="95000"/>
                  </a:schemeClr>
                </a:solidFill>
                <a:latin typeface="Vazirmatn Light" pitchFamily="2" charset="-78"/>
                <a:cs typeface="Vazirmatn Light" pitchFamily="2" charset="-78"/>
              </a:rPr>
              <a:t>در علم فیزیک، انجام کار نوعی انتقال انرژی است که با اعمال یک نیروی مشخصی به جسم و جابجا کردن آن انجام می‌شود. بنابراین فرمول کار در فیزیک از ضرب کردن نیروی وارد بر جسم در جابجایی آن به‌دست می‌آید</a:t>
            </a:r>
          </a:p>
        </p:txBody>
      </p:sp>
      <p:sp>
        <p:nvSpPr>
          <p:cNvPr id="14" name="TextBox 13">
            <a:extLst>
              <a:ext uri="{FF2B5EF4-FFF2-40B4-BE49-F238E27FC236}">
                <a16:creationId xmlns:a16="http://schemas.microsoft.com/office/drawing/2014/main" id="{7ADDE5B6-1F54-4AA4-BCD8-15B83C2BB0BB}"/>
              </a:ext>
            </a:extLst>
          </p:cNvPr>
          <p:cNvSpPr txBox="1"/>
          <p:nvPr/>
        </p:nvSpPr>
        <p:spPr>
          <a:xfrm>
            <a:off x="6781545" y="-2653874"/>
            <a:ext cx="5410455" cy="646331"/>
          </a:xfrm>
          <a:prstGeom prst="rect">
            <a:avLst/>
          </a:prstGeom>
          <a:noFill/>
        </p:spPr>
        <p:txBody>
          <a:bodyPr wrap="none" rtlCol="1">
            <a:spAutoFit/>
          </a:bodyPr>
          <a:lstStyle/>
          <a:p>
            <a:r>
              <a:rPr lang="fa-IR" sz="3600" dirty="0">
                <a:solidFill>
                  <a:schemeClr val="bg1"/>
                </a:solidFill>
                <a:latin typeface="Vazirmatn Medium" pitchFamily="2" charset="-78"/>
                <a:cs typeface="Vazirmatn Medium" pitchFamily="2" charset="-78"/>
              </a:rPr>
              <a:t>مسئله انرژی پتانسیل گرانشی</a:t>
            </a:r>
          </a:p>
        </p:txBody>
      </p:sp>
      <p:sp>
        <p:nvSpPr>
          <p:cNvPr id="16" name="TextBox 15">
            <a:extLst>
              <a:ext uri="{FF2B5EF4-FFF2-40B4-BE49-F238E27FC236}">
                <a16:creationId xmlns:a16="http://schemas.microsoft.com/office/drawing/2014/main" id="{13EB8BE9-91A7-4A57-8C24-A1CD24E881D8}"/>
              </a:ext>
            </a:extLst>
          </p:cNvPr>
          <p:cNvSpPr txBox="1"/>
          <p:nvPr/>
        </p:nvSpPr>
        <p:spPr>
          <a:xfrm>
            <a:off x="8257840" y="-1764957"/>
            <a:ext cx="3808716" cy="830997"/>
          </a:xfrm>
          <a:prstGeom prst="rect">
            <a:avLst/>
          </a:prstGeom>
          <a:noFill/>
        </p:spPr>
        <p:txBody>
          <a:bodyPr wrap="square" rtlCol="1">
            <a:spAutoFit/>
          </a:bodyPr>
          <a:lstStyle/>
          <a:p>
            <a:pPr algn="justLow" rtl="1"/>
            <a:r>
              <a:rPr lang="fa-IR" sz="2400" dirty="0">
                <a:solidFill>
                  <a:schemeClr val="bg1">
                    <a:lumMod val="95000"/>
                  </a:schemeClr>
                </a:solidFill>
                <a:latin typeface="Vazirmatn Light" pitchFamily="2" charset="-78"/>
                <a:cs typeface="Vazirmatn Light" pitchFamily="2" charset="-78"/>
              </a:rPr>
              <a:t>عبارت است از انرژی پتانسیل وابسته به نیروی گرانشی</a:t>
            </a:r>
          </a:p>
        </p:txBody>
      </p:sp>
    </p:spTree>
    <p:extLst>
      <p:ext uri="{BB962C8B-B14F-4D97-AF65-F5344CB8AC3E}">
        <p14:creationId xmlns:p14="http://schemas.microsoft.com/office/powerpoint/2010/main" val="391527098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E127C69-7CEC-4396-ABF1-C784FD5CEAC2}"/>
              </a:ext>
            </a:extLst>
          </p:cNvPr>
          <p:cNvPicPr>
            <a:picLocks noChangeAspect="1"/>
          </p:cNvPicPr>
          <p:nvPr/>
        </p:nvPicPr>
        <p:blipFill>
          <a:blip r:embed="rId3"/>
          <a:stretch>
            <a:fillRect/>
          </a:stretch>
        </p:blipFill>
        <p:spPr>
          <a:xfrm>
            <a:off x="6095" y="0"/>
            <a:ext cx="12179809" cy="6858000"/>
          </a:xfrm>
          <a:prstGeom prst="rect">
            <a:avLst/>
          </a:prstGeom>
        </p:spPr>
      </p:pic>
      <p:sp>
        <p:nvSpPr>
          <p:cNvPr id="5" name="TextBox 4">
            <a:extLst>
              <a:ext uri="{FF2B5EF4-FFF2-40B4-BE49-F238E27FC236}">
                <a16:creationId xmlns:a16="http://schemas.microsoft.com/office/drawing/2014/main" id="{6AF956A9-715D-453D-BC47-59DC8CC04BF5}"/>
              </a:ext>
            </a:extLst>
          </p:cNvPr>
          <p:cNvSpPr txBox="1"/>
          <p:nvPr/>
        </p:nvSpPr>
        <p:spPr>
          <a:xfrm>
            <a:off x="5049879" y="2767280"/>
            <a:ext cx="2092239" cy="1323439"/>
          </a:xfrm>
          <a:prstGeom prst="rect">
            <a:avLst/>
          </a:prstGeom>
          <a:noFill/>
        </p:spPr>
        <p:txBody>
          <a:bodyPr wrap="none" rtlCol="1">
            <a:spAutoFit/>
          </a:bodyPr>
          <a:lstStyle/>
          <a:p>
            <a:r>
              <a:rPr lang="fa-IR" sz="8000" dirty="0">
                <a:solidFill>
                  <a:schemeClr val="bg1"/>
                </a:solidFill>
                <a:latin typeface="Vazirmatn Medium" pitchFamily="2" charset="-78"/>
                <a:cs typeface="Vazirmatn Medium" pitchFamily="2" charset="-78"/>
              </a:rPr>
              <a:t>پایان</a:t>
            </a:r>
          </a:p>
        </p:txBody>
      </p:sp>
    </p:spTree>
    <p:extLst>
      <p:ext uri="{BB962C8B-B14F-4D97-AF65-F5344CB8AC3E}">
        <p14:creationId xmlns:p14="http://schemas.microsoft.com/office/powerpoint/2010/main" val="3655363857"/>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6000">
        <p15:prstTrans prst="curtains"/>
      </p:transition>
    </mc:Choice>
    <mc:Fallback>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333</TotalTime>
  <Words>2353</Words>
  <Application>Microsoft Office PowerPoint</Application>
  <PresentationFormat>Widescreen</PresentationFormat>
  <Paragraphs>262</Paragraphs>
  <Slides>21</Slides>
  <Notes>5</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21</vt:i4>
      </vt:variant>
    </vt:vector>
  </HeadingPairs>
  <TitlesOfParts>
    <vt:vector size="29" baseType="lpstr">
      <vt:lpstr>Arial</vt:lpstr>
      <vt:lpstr>Courier New</vt:lpstr>
      <vt:lpstr>Calibri</vt:lpstr>
      <vt:lpstr>Calibri Light</vt:lpstr>
      <vt:lpstr>Cambria Math</vt:lpstr>
      <vt:lpstr>Vazirmatn Medium</vt:lpstr>
      <vt:lpstr>Vazirmatn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Artin</dc:creator>
  <cp:lastModifiedBy>Artin</cp:lastModifiedBy>
  <cp:revision>28</cp:revision>
  <dcterms:created xsi:type="dcterms:W3CDTF">2026-06-16T08:46:59Z</dcterms:created>
  <dcterms:modified xsi:type="dcterms:W3CDTF">2026-07-15T15:48:10Z</dcterms:modified>
</cp:coreProperties>
</file>